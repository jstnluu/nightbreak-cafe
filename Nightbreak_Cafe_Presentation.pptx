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1" r:id="rId2"/>
    <p:sldId id="257" r:id="rId3"/>
    <p:sldId id="270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B86C"/>
    <a:srgbClr val="362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4EED92-2AFD-754D-81BD-CEA6509E999F}" v="847" dt="2026-04-12T21:30:19.696"/>
    <p1510:client id="{5DA92BDB-245F-3B6D-C621-3E8AE2798C8D}" v="735" dt="2026-04-12T21:26:42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16" d="100"/>
          <a:sy n="116" d="100"/>
        </p:scale>
        <p:origin x="960" y="2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u, Justin" userId="8e0ca2c1-b98c-4c86-ba2d-f72c90d92f31" providerId="ADAL" clId="{50BF5550-D302-524B-8B70-E361CF014E0E}"/>
    <pc:docChg chg="undo custSel addSld delSld modSld sldOrd">
      <pc:chgData name="Luu, Justin" userId="8e0ca2c1-b98c-4c86-ba2d-f72c90d92f31" providerId="ADAL" clId="{50BF5550-D302-524B-8B70-E361CF014E0E}" dt="2026-04-12T21:30:19.696" v="840" actId="208"/>
      <pc:docMkLst>
        <pc:docMk/>
      </pc:docMkLst>
      <pc:sldChg chg="addSp delSp modSp del mod">
        <pc:chgData name="Luu, Justin" userId="8e0ca2c1-b98c-4c86-ba2d-f72c90d92f31" providerId="ADAL" clId="{50BF5550-D302-524B-8B70-E361CF014E0E}" dt="2026-04-12T21:16:30.166" v="613" actId="2696"/>
        <pc:sldMkLst>
          <pc:docMk/>
          <pc:sldMk cId="0" sldId="256"/>
        </pc:sldMkLst>
        <pc:spChg chg="mod">
          <ac:chgData name="Luu, Justin" userId="8e0ca2c1-b98c-4c86-ba2d-f72c90d92f31" providerId="ADAL" clId="{50BF5550-D302-524B-8B70-E361CF014E0E}" dt="2026-04-12T21:12:31.809" v="526" actId="1076"/>
          <ac:spMkLst>
            <pc:docMk/>
            <pc:sldMk cId="0" sldId="256"/>
            <ac:spMk id="9" creationId="{00000000-0000-0000-0000-000000000000}"/>
          </ac:spMkLst>
        </pc:spChg>
        <pc:picChg chg="add del mod">
          <ac:chgData name="Luu, Justin" userId="8e0ca2c1-b98c-4c86-ba2d-f72c90d92f31" providerId="ADAL" clId="{50BF5550-D302-524B-8B70-E361CF014E0E}" dt="2026-04-12T21:08:19.226" v="117" actId="478"/>
          <ac:picMkLst>
            <pc:docMk/>
            <pc:sldMk cId="0" sldId="256"/>
            <ac:picMk id="21" creationId="{F0E9A4C0-D940-C6E4-3ED5-0720B25659D3}"/>
          </ac:picMkLst>
        </pc:picChg>
      </pc:sldChg>
      <pc:sldChg chg="addSp delSp modSp mod">
        <pc:chgData name="Luu, Justin" userId="8e0ca2c1-b98c-4c86-ba2d-f72c90d92f31" providerId="ADAL" clId="{50BF5550-D302-524B-8B70-E361CF014E0E}" dt="2026-04-12T21:22:35.723" v="662" actId="1076"/>
        <pc:sldMkLst>
          <pc:docMk/>
          <pc:sldMk cId="0" sldId="257"/>
        </pc:sldMkLst>
        <pc:spChg chg="del mod">
          <ac:chgData name="Luu, Justin" userId="8e0ca2c1-b98c-4c86-ba2d-f72c90d92f31" providerId="ADAL" clId="{50BF5550-D302-524B-8B70-E361CF014E0E}" dt="2026-04-12T21:01:55.269" v="10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04:28.955" v="79" actId="2711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Luu, Justin" userId="8e0ca2c1-b98c-4c86-ba2d-f72c90d92f31" providerId="ADAL" clId="{50BF5550-D302-524B-8B70-E361CF014E0E}" dt="2026-04-12T21:05:44.294" v="88" actId="478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Luu, Justin" userId="8e0ca2c1-b98c-4c86-ba2d-f72c90d92f31" providerId="ADAL" clId="{50BF5550-D302-524B-8B70-E361CF014E0E}" dt="2026-04-12T21:06:15.616" v="94" actId="478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Luu, Justin" userId="8e0ca2c1-b98c-4c86-ba2d-f72c90d92f31" providerId="ADAL" clId="{50BF5550-D302-524B-8B70-E361CF014E0E}" dt="2026-04-12T21:05:46.167" v="89" actId="478"/>
          <ac:spMkLst>
            <pc:docMk/>
            <pc:sldMk cId="0" sldId="257"/>
            <ac:spMk id="6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5.723" v="662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5.723" v="662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5.723" v="662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5.723" v="662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5.723" v="662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5.723" v="662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5.723" v="662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5.723" v="662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5.723" v="662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18:47.657" v="622" actId="20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5.723" v="662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0.756" v="661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0.756" v="661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0.756" v="661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0.756" v="661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0.756" v="661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0.756" v="661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0.756" v="661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0.756" v="661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0.756" v="661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17.789" v="659" actId="14100"/>
          <ac:spMkLst>
            <pc:docMk/>
            <pc:sldMk cId="0" sldId="257"/>
            <ac:spMk id="28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30.756" v="661" actId="1076"/>
          <ac:spMkLst>
            <pc:docMk/>
            <pc:sldMk cId="0" sldId="257"/>
            <ac:spMk id="30" creationId="{00000000-0000-0000-0000-000000000000}"/>
          </ac:spMkLst>
        </pc:spChg>
        <pc:spChg chg="mod">
          <ac:chgData name="Luu, Justin" userId="8e0ca2c1-b98c-4c86-ba2d-f72c90d92f31" providerId="ADAL" clId="{50BF5550-D302-524B-8B70-E361CF014E0E}" dt="2026-04-12T21:22:17.789" v="659" actId="14100"/>
          <ac:spMkLst>
            <pc:docMk/>
            <pc:sldMk cId="0" sldId="257"/>
            <ac:spMk id="31" creationId="{00000000-0000-0000-0000-000000000000}"/>
          </ac:spMkLst>
        </pc:spChg>
        <pc:spChg chg="add mod">
          <ac:chgData name="Luu, Justin" userId="8e0ca2c1-b98c-4c86-ba2d-f72c90d92f31" providerId="ADAL" clId="{50BF5550-D302-524B-8B70-E361CF014E0E}" dt="2026-04-12T21:05:18.688" v="86" actId="1076"/>
          <ac:spMkLst>
            <pc:docMk/>
            <pc:sldMk cId="0" sldId="257"/>
            <ac:spMk id="36" creationId="{3B3A80C1-2C6A-E3D2-84B0-F3149F266897}"/>
          </ac:spMkLst>
        </pc:spChg>
        <pc:cxnChg chg="add mod">
          <ac:chgData name="Luu, Justin" userId="8e0ca2c1-b98c-4c86-ba2d-f72c90d92f31" providerId="ADAL" clId="{50BF5550-D302-524B-8B70-E361CF014E0E}" dt="2026-04-12T21:04:14.282" v="78" actId="1076"/>
          <ac:cxnSpMkLst>
            <pc:docMk/>
            <pc:sldMk cId="0" sldId="257"/>
            <ac:cxnSpMk id="33" creationId="{3469AA8C-63B1-CB62-FEA9-91A961057F02}"/>
          </ac:cxnSpMkLst>
        </pc:cxnChg>
        <pc:cxnChg chg="add mod">
          <ac:chgData name="Luu, Justin" userId="8e0ca2c1-b98c-4c86-ba2d-f72c90d92f31" providerId="ADAL" clId="{50BF5550-D302-524B-8B70-E361CF014E0E}" dt="2026-04-12T21:03:38.186" v="72" actId="1076"/>
          <ac:cxnSpMkLst>
            <pc:docMk/>
            <pc:sldMk cId="0" sldId="257"/>
            <ac:cxnSpMk id="35" creationId="{ED66033F-E19B-9B16-1AA7-07E04A3FA4D2}"/>
          </ac:cxnSpMkLst>
        </pc:cxnChg>
      </pc:sldChg>
      <pc:sldChg chg="delSp modSp del mod">
        <pc:chgData name="Luu, Justin" userId="8e0ca2c1-b98c-4c86-ba2d-f72c90d92f31" providerId="ADAL" clId="{50BF5550-D302-524B-8B70-E361CF014E0E}" dt="2026-04-12T21:07:27.067" v="115" actId="2696"/>
        <pc:sldMkLst>
          <pc:docMk/>
          <pc:sldMk cId="0" sldId="258"/>
        </pc:sldMkLst>
        <pc:spChg chg="del">
          <ac:chgData name="Luu, Justin" userId="8e0ca2c1-b98c-4c86-ba2d-f72c90d92f31" providerId="ADAL" clId="{50BF5550-D302-524B-8B70-E361CF014E0E}" dt="2026-04-12T21:06:54.081" v="95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Luu, Justin" userId="8e0ca2c1-b98c-4c86-ba2d-f72c90d92f31" providerId="ADAL" clId="{50BF5550-D302-524B-8B70-E361CF014E0E}" dt="2026-04-12T21:06:55.808" v="97" actId="478"/>
          <ac:spMkLst>
            <pc:docMk/>
            <pc:sldMk cId="0" sldId="258"/>
            <ac:spMk id="4" creationId="{00000000-0000-0000-0000-000000000000}"/>
          </ac:spMkLst>
        </pc:spChg>
      </pc:sldChg>
      <pc:sldChg chg="addSp modSp new del ord">
        <pc:chgData name="Luu, Justin" userId="8e0ca2c1-b98c-4c86-ba2d-f72c90d92f31" providerId="ADAL" clId="{50BF5550-D302-524B-8B70-E361CF014E0E}" dt="2026-04-12T21:01:26.785" v="5" actId="2696"/>
        <pc:sldMkLst>
          <pc:docMk/>
          <pc:sldMk cId="1389328692" sldId="270"/>
        </pc:sldMkLst>
        <pc:spChg chg="add mod">
          <ac:chgData name="Luu, Justin" userId="8e0ca2c1-b98c-4c86-ba2d-f72c90d92f31" providerId="ADAL" clId="{50BF5550-D302-524B-8B70-E361CF014E0E}" dt="2026-04-12T21:01:14.152" v="2"/>
          <ac:spMkLst>
            <pc:docMk/>
            <pc:sldMk cId="1389328692" sldId="270"/>
            <ac:spMk id="2" creationId="{2E2C846E-89F4-FDF4-015A-76FA21BC529F}"/>
          </ac:spMkLst>
        </pc:spChg>
        <pc:spChg chg="add mod">
          <ac:chgData name="Luu, Justin" userId="8e0ca2c1-b98c-4c86-ba2d-f72c90d92f31" providerId="ADAL" clId="{50BF5550-D302-524B-8B70-E361CF014E0E}" dt="2026-04-12T21:01:14.152" v="2"/>
          <ac:spMkLst>
            <pc:docMk/>
            <pc:sldMk cId="1389328692" sldId="270"/>
            <ac:spMk id="6" creationId="{B2CE00CD-A115-ACB7-535A-56ED0B9BDDF9}"/>
          </ac:spMkLst>
        </pc:spChg>
        <pc:spChg chg="add mod">
          <ac:chgData name="Luu, Justin" userId="8e0ca2c1-b98c-4c86-ba2d-f72c90d92f31" providerId="ADAL" clId="{50BF5550-D302-524B-8B70-E361CF014E0E}" dt="2026-04-12T21:01:14.152" v="2"/>
          <ac:spMkLst>
            <pc:docMk/>
            <pc:sldMk cId="1389328692" sldId="270"/>
            <ac:spMk id="9" creationId="{6DD3BD22-DD60-D5A2-1AE3-438CF31B0904}"/>
          </ac:spMkLst>
        </pc:spChg>
        <pc:spChg chg="add mod">
          <ac:chgData name="Luu, Justin" userId="8e0ca2c1-b98c-4c86-ba2d-f72c90d92f31" providerId="ADAL" clId="{50BF5550-D302-524B-8B70-E361CF014E0E}" dt="2026-04-12T21:01:14.152" v="2"/>
          <ac:spMkLst>
            <pc:docMk/>
            <pc:sldMk cId="1389328692" sldId="270"/>
            <ac:spMk id="16" creationId="{6F60CAE0-32E2-8861-5090-BB47E8B282C2}"/>
          </ac:spMkLst>
        </pc:spChg>
        <pc:spChg chg="add mod">
          <ac:chgData name="Luu, Justin" userId="8e0ca2c1-b98c-4c86-ba2d-f72c90d92f31" providerId="ADAL" clId="{50BF5550-D302-524B-8B70-E361CF014E0E}" dt="2026-04-12T21:01:14.152" v="2"/>
          <ac:spMkLst>
            <pc:docMk/>
            <pc:sldMk cId="1389328692" sldId="270"/>
            <ac:spMk id="17" creationId="{7B24B986-AC1E-8E5E-6AC7-179F41E77BFE}"/>
          </ac:spMkLst>
        </pc:spChg>
        <pc:spChg chg="add mod">
          <ac:chgData name="Luu, Justin" userId="8e0ca2c1-b98c-4c86-ba2d-f72c90d92f31" providerId="ADAL" clId="{50BF5550-D302-524B-8B70-E361CF014E0E}" dt="2026-04-12T21:01:14.152" v="2"/>
          <ac:spMkLst>
            <pc:docMk/>
            <pc:sldMk cId="1389328692" sldId="270"/>
            <ac:spMk id="19" creationId="{6153C805-4AB5-6A6F-CFFA-3726AB9CD36C}"/>
          </ac:spMkLst>
        </pc:spChg>
        <pc:spChg chg="add mod">
          <ac:chgData name="Luu, Justin" userId="8e0ca2c1-b98c-4c86-ba2d-f72c90d92f31" providerId="ADAL" clId="{50BF5550-D302-524B-8B70-E361CF014E0E}" dt="2026-04-12T21:01:14.152" v="2"/>
          <ac:spMkLst>
            <pc:docMk/>
            <pc:sldMk cId="1389328692" sldId="270"/>
            <ac:spMk id="20" creationId="{E02F670F-9509-67BA-7F6D-38BF51D14D14}"/>
          </ac:spMkLst>
        </pc:spChg>
        <pc:spChg chg="add mod">
          <ac:chgData name="Luu, Justin" userId="8e0ca2c1-b98c-4c86-ba2d-f72c90d92f31" providerId="ADAL" clId="{50BF5550-D302-524B-8B70-E361CF014E0E}" dt="2026-04-12T21:01:14.152" v="2"/>
          <ac:spMkLst>
            <pc:docMk/>
            <pc:sldMk cId="1389328692" sldId="270"/>
            <ac:spMk id="21" creationId="{06171459-2997-5764-3073-64E179826AA2}"/>
          </ac:spMkLst>
        </pc:spChg>
        <pc:spChg chg="mod">
          <ac:chgData name="Luu, Justin" userId="8e0ca2c1-b98c-4c86-ba2d-f72c90d92f31" providerId="ADAL" clId="{50BF5550-D302-524B-8B70-E361CF014E0E}" dt="2026-04-12T21:01:14.152" v="2"/>
          <ac:spMkLst>
            <pc:docMk/>
            <pc:sldMk cId="1389328692" sldId="270"/>
            <ac:spMk id="24" creationId="{9963A518-A75A-B247-CA64-2AA0636EABE8}"/>
          </ac:spMkLst>
        </pc:spChg>
        <pc:spChg chg="mod">
          <ac:chgData name="Luu, Justin" userId="8e0ca2c1-b98c-4c86-ba2d-f72c90d92f31" providerId="ADAL" clId="{50BF5550-D302-524B-8B70-E361CF014E0E}" dt="2026-04-12T21:01:14.152" v="2"/>
          <ac:spMkLst>
            <pc:docMk/>
            <pc:sldMk cId="1389328692" sldId="270"/>
            <ac:spMk id="28" creationId="{21A59F4E-C707-44B6-9E6C-4FB077B4CCDB}"/>
          </ac:spMkLst>
        </pc:spChg>
        <pc:spChg chg="mod">
          <ac:chgData name="Luu, Justin" userId="8e0ca2c1-b98c-4c86-ba2d-f72c90d92f31" providerId="ADAL" clId="{50BF5550-D302-524B-8B70-E361CF014E0E}" dt="2026-04-12T21:01:16.260" v="3"/>
          <ac:spMkLst>
            <pc:docMk/>
            <pc:sldMk cId="1389328692" sldId="270"/>
            <ac:spMk id="33" creationId="{8A6B6F7E-5E6A-99A7-5D72-D55D1E5B538F}"/>
          </ac:spMkLst>
        </pc:spChg>
      </pc:sldChg>
      <pc:sldChg chg="addSp delSp modSp add mod">
        <pc:chgData name="Luu, Justin" userId="8e0ca2c1-b98c-4c86-ba2d-f72c90d92f31" providerId="ADAL" clId="{50BF5550-D302-524B-8B70-E361CF014E0E}" dt="2026-04-12T21:26:41.201" v="695" actId="208"/>
        <pc:sldMkLst>
          <pc:docMk/>
          <pc:sldMk cId="4073266267" sldId="270"/>
        </pc:sldMkLst>
        <pc:spChg chg="mod">
          <ac:chgData name="Luu, Justin" userId="8e0ca2c1-b98c-4c86-ba2d-f72c90d92f31" providerId="ADAL" clId="{50BF5550-D302-524B-8B70-E361CF014E0E}" dt="2026-04-12T21:26:41.201" v="695" actId="208"/>
          <ac:spMkLst>
            <pc:docMk/>
            <pc:sldMk cId="4073266267" sldId="270"/>
            <ac:spMk id="2" creationId="{E6BA3CEC-A621-BDBD-C185-46A9C064A797}"/>
          </ac:spMkLst>
        </pc:spChg>
        <pc:spChg chg="mod">
          <ac:chgData name="Luu, Justin" userId="8e0ca2c1-b98c-4c86-ba2d-f72c90d92f31" providerId="ADAL" clId="{50BF5550-D302-524B-8B70-E361CF014E0E}" dt="2026-04-12T21:07:05.694" v="110" actId="20577"/>
          <ac:spMkLst>
            <pc:docMk/>
            <pc:sldMk cId="4073266267" sldId="270"/>
            <ac:spMk id="3" creationId="{44151FDA-6FB0-F6FE-4762-88F38242C5D3}"/>
          </ac:spMkLst>
        </pc:spChg>
        <pc:spChg chg="add mod">
          <ac:chgData name="Luu, Justin" userId="8e0ca2c1-b98c-4c86-ba2d-f72c90d92f31" providerId="ADAL" clId="{50BF5550-D302-524B-8B70-E361CF014E0E}" dt="2026-04-12T21:07:22.046" v="114" actId="1076"/>
          <ac:spMkLst>
            <pc:docMk/>
            <pc:sldMk cId="4073266267" sldId="270"/>
            <ac:spMk id="4" creationId="{164C9D37-D97C-8D5A-3F31-5918D609D43B}"/>
          </ac:spMkLst>
        </pc:spChg>
        <pc:spChg chg="add mod">
          <ac:chgData name="Luu, Justin" userId="8e0ca2c1-b98c-4c86-ba2d-f72c90d92f31" providerId="ADAL" clId="{50BF5550-D302-524B-8B70-E361CF014E0E}" dt="2026-04-12T21:07:22.046" v="114" actId="1076"/>
          <ac:spMkLst>
            <pc:docMk/>
            <pc:sldMk cId="4073266267" sldId="270"/>
            <ac:spMk id="5" creationId="{70628E9C-9EEB-3BB8-4C06-AC88ED7C1F9D}"/>
          </ac:spMkLst>
        </pc:spChg>
        <pc:spChg chg="mod">
          <ac:chgData name="Luu, Justin" userId="8e0ca2c1-b98c-4c86-ba2d-f72c90d92f31" providerId="ADAL" clId="{50BF5550-D302-524B-8B70-E361CF014E0E}" dt="2026-04-12T21:26:41.201" v="695" actId="208"/>
          <ac:spMkLst>
            <pc:docMk/>
            <pc:sldMk cId="4073266267" sldId="270"/>
            <ac:spMk id="6" creationId="{C1B9DE9B-45EE-C7AD-37E3-35A21A60924A}"/>
          </ac:spMkLst>
        </pc:spChg>
        <pc:spChg chg="del">
          <ac:chgData name="Luu, Justin" userId="8e0ca2c1-b98c-4c86-ba2d-f72c90d92f31" providerId="ADAL" clId="{50BF5550-D302-524B-8B70-E361CF014E0E}" dt="2026-04-12T21:07:14.012" v="111" actId="478"/>
          <ac:spMkLst>
            <pc:docMk/>
            <pc:sldMk cId="4073266267" sldId="270"/>
            <ac:spMk id="9" creationId="{BA955A94-97FF-C9C6-9778-C0838F274FF6}"/>
          </ac:spMkLst>
        </pc:spChg>
        <pc:spChg chg="del">
          <ac:chgData name="Luu, Justin" userId="8e0ca2c1-b98c-4c86-ba2d-f72c90d92f31" providerId="ADAL" clId="{50BF5550-D302-524B-8B70-E361CF014E0E}" dt="2026-04-12T21:07:14.012" v="111" actId="478"/>
          <ac:spMkLst>
            <pc:docMk/>
            <pc:sldMk cId="4073266267" sldId="270"/>
            <ac:spMk id="16" creationId="{801A0A86-82F5-F05E-0EBF-7490A0C0295B}"/>
          </ac:spMkLst>
        </pc:spChg>
        <pc:spChg chg="del">
          <ac:chgData name="Luu, Justin" userId="8e0ca2c1-b98c-4c86-ba2d-f72c90d92f31" providerId="ADAL" clId="{50BF5550-D302-524B-8B70-E361CF014E0E}" dt="2026-04-12T21:07:14.012" v="111" actId="478"/>
          <ac:spMkLst>
            <pc:docMk/>
            <pc:sldMk cId="4073266267" sldId="270"/>
            <ac:spMk id="18" creationId="{41818468-EBB0-2CB2-1039-A167AE774023}"/>
          </ac:spMkLst>
        </pc:spChg>
        <pc:spChg chg="del">
          <ac:chgData name="Luu, Justin" userId="8e0ca2c1-b98c-4c86-ba2d-f72c90d92f31" providerId="ADAL" clId="{50BF5550-D302-524B-8B70-E361CF014E0E}" dt="2026-04-12T21:07:14.012" v="111" actId="478"/>
          <ac:spMkLst>
            <pc:docMk/>
            <pc:sldMk cId="4073266267" sldId="270"/>
            <ac:spMk id="19" creationId="{92E3FF81-58CB-324F-35A9-497579A17383}"/>
          </ac:spMkLst>
        </pc:spChg>
        <pc:spChg chg="del">
          <ac:chgData name="Luu, Justin" userId="8e0ca2c1-b98c-4c86-ba2d-f72c90d92f31" providerId="ADAL" clId="{50BF5550-D302-524B-8B70-E361CF014E0E}" dt="2026-04-12T21:07:14.012" v="111" actId="478"/>
          <ac:spMkLst>
            <pc:docMk/>
            <pc:sldMk cId="4073266267" sldId="270"/>
            <ac:spMk id="22" creationId="{FF8D9F49-FB44-D85C-00B7-309E2F2862A2}"/>
          </ac:spMkLst>
        </pc:spChg>
        <pc:spChg chg="del">
          <ac:chgData name="Luu, Justin" userId="8e0ca2c1-b98c-4c86-ba2d-f72c90d92f31" providerId="ADAL" clId="{50BF5550-D302-524B-8B70-E361CF014E0E}" dt="2026-04-12T21:07:14.012" v="111" actId="478"/>
          <ac:spMkLst>
            <pc:docMk/>
            <pc:sldMk cId="4073266267" sldId="270"/>
            <ac:spMk id="25" creationId="{0288E965-7092-730F-B8E1-0E1BA4B021C9}"/>
          </ac:spMkLst>
        </pc:spChg>
        <pc:spChg chg="del">
          <ac:chgData name="Luu, Justin" userId="8e0ca2c1-b98c-4c86-ba2d-f72c90d92f31" providerId="ADAL" clId="{50BF5550-D302-524B-8B70-E361CF014E0E}" dt="2026-04-12T21:07:14.012" v="111" actId="478"/>
          <ac:spMkLst>
            <pc:docMk/>
            <pc:sldMk cId="4073266267" sldId="270"/>
            <ac:spMk id="26" creationId="{6CFA9A51-895C-5B75-A304-81B133C868E6}"/>
          </ac:spMkLst>
        </pc:spChg>
        <pc:spChg chg="del">
          <ac:chgData name="Luu, Justin" userId="8e0ca2c1-b98c-4c86-ba2d-f72c90d92f31" providerId="ADAL" clId="{50BF5550-D302-524B-8B70-E361CF014E0E}" dt="2026-04-12T21:07:14.012" v="111" actId="478"/>
          <ac:spMkLst>
            <pc:docMk/>
            <pc:sldMk cId="4073266267" sldId="270"/>
            <ac:spMk id="27" creationId="{27CF0BB4-5882-C5E3-135C-D3B9590B03DB}"/>
          </ac:spMkLst>
        </pc:spChg>
        <pc:spChg chg="del">
          <ac:chgData name="Luu, Justin" userId="8e0ca2c1-b98c-4c86-ba2d-f72c90d92f31" providerId="ADAL" clId="{50BF5550-D302-524B-8B70-E361CF014E0E}" dt="2026-04-12T21:07:14.012" v="111" actId="478"/>
          <ac:spMkLst>
            <pc:docMk/>
            <pc:sldMk cId="4073266267" sldId="270"/>
            <ac:spMk id="29" creationId="{2B5B9E54-B25A-B187-F564-863F9B2F8185}"/>
          </ac:spMkLst>
        </pc:spChg>
        <pc:spChg chg="del">
          <ac:chgData name="Luu, Justin" userId="8e0ca2c1-b98c-4c86-ba2d-f72c90d92f31" providerId="ADAL" clId="{50BF5550-D302-524B-8B70-E361CF014E0E}" dt="2026-04-12T21:07:14.012" v="111" actId="478"/>
          <ac:spMkLst>
            <pc:docMk/>
            <pc:sldMk cId="4073266267" sldId="270"/>
            <ac:spMk id="31" creationId="{B63A4027-24D0-827C-B950-F1F0CEA21476}"/>
          </ac:spMkLst>
        </pc:spChg>
        <pc:spChg chg="add mod">
          <ac:chgData name="Luu, Justin" userId="8e0ca2c1-b98c-4c86-ba2d-f72c90d92f31" providerId="ADAL" clId="{50BF5550-D302-524B-8B70-E361CF014E0E}" dt="2026-04-12T21:07:22.046" v="114" actId="1076"/>
          <ac:spMkLst>
            <pc:docMk/>
            <pc:sldMk cId="4073266267" sldId="270"/>
            <ac:spMk id="34" creationId="{5B1577E5-8126-5D33-BC68-FA456B27B0FC}"/>
          </ac:spMkLst>
        </pc:spChg>
        <pc:spChg chg="mod">
          <ac:chgData name="Luu, Justin" userId="8e0ca2c1-b98c-4c86-ba2d-f72c90d92f31" providerId="ADAL" clId="{50BF5550-D302-524B-8B70-E361CF014E0E}" dt="2026-04-12T21:26:41.201" v="695" actId="208"/>
          <ac:spMkLst>
            <pc:docMk/>
            <pc:sldMk cId="4073266267" sldId="270"/>
            <ac:spMk id="37" creationId="{E031D6D4-4E4F-FB3F-7B9F-249AEBEE4BC1}"/>
          </ac:spMkLst>
        </pc:spChg>
        <pc:spChg chg="mod">
          <ac:chgData name="Luu, Justin" userId="8e0ca2c1-b98c-4c86-ba2d-f72c90d92f31" providerId="ADAL" clId="{50BF5550-D302-524B-8B70-E361CF014E0E}" dt="2026-04-12T21:26:41.201" v="695" actId="208"/>
          <ac:spMkLst>
            <pc:docMk/>
            <pc:sldMk cId="4073266267" sldId="270"/>
            <ac:spMk id="40" creationId="{B1BFFFF0-F9A8-1612-5D7A-A58CD227A6F2}"/>
          </ac:spMkLst>
        </pc:spChg>
        <pc:spChg chg="add mod">
          <ac:chgData name="Luu, Justin" userId="8e0ca2c1-b98c-4c86-ba2d-f72c90d92f31" providerId="ADAL" clId="{50BF5550-D302-524B-8B70-E361CF014E0E}" dt="2026-04-12T21:26:41.201" v="695" actId="208"/>
          <ac:spMkLst>
            <pc:docMk/>
            <pc:sldMk cId="4073266267" sldId="270"/>
            <ac:spMk id="41" creationId="{74CD40FC-EBAE-C5AD-9821-65B966804734}"/>
          </ac:spMkLst>
        </pc:spChg>
        <pc:spChg chg="add mod">
          <ac:chgData name="Luu, Justin" userId="8e0ca2c1-b98c-4c86-ba2d-f72c90d92f31" providerId="ADAL" clId="{50BF5550-D302-524B-8B70-E361CF014E0E}" dt="2026-04-12T21:07:22.046" v="114" actId="1076"/>
          <ac:spMkLst>
            <pc:docMk/>
            <pc:sldMk cId="4073266267" sldId="270"/>
            <ac:spMk id="42" creationId="{7CDE3995-3DFF-C4C0-CFD5-00F2CD32AE94}"/>
          </ac:spMkLst>
        </pc:spChg>
        <pc:spChg chg="add mod">
          <ac:chgData name="Luu, Justin" userId="8e0ca2c1-b98c-4c86-ba2d-f72c90d92f31" providerId="ADAL" clId="{50BF5550-D302-524B-8B70-E361CF014E0E}" dt="2026-04-12T21:26:41.201" v="695" actId="208"/>
          <ac:spMkLst>
            <pc:docMk/>
            <pc:sldMk cId="4073266267" sldId="270"/>
            <ac:spMk id="43" creationId="{4014A98B-615B-09F1-F4C8-96BD981C7BCD}"/>
          </ac:spMkLst>
        </pc:spChg>
        <pc:spChg chg="add mod">
          <ac:chgData name="Luu, Justin" userId="8e0ca2c1-b98c-4c86-ba2d-f72c90d92f31" providerId="ADAL" clId="{50BF5550-D302-524B-8B70-E361CF014E0E}" dt="2026-04-12T21:26:41.201" v="695" actId="208"/>
          <ac:spMkLst>
            <pc:docMk/>
            <pc:sldMk cId="4073266267" sldId="270"/>
            <ac:spMk id="46" creationId="{F8D9045E-B13B-48E7-26C1-6AFCE514DA2A}"/>
          </ac:spMkLst>
        </pc:spChg>
        <pc:spChg chg="add mod">
          <ac:chgData name="Luu, Justin" userId="8e0ca2c1-b98c-4c86-ba2d-f72c90d92f31" providerId="ADAL" clId="{50BF5550-D302-524B-8B70-E361CF014E0E}" dt="2026-04-12T21:07:22.046" v="114" actId="1076"/>
          <ac:spMkLst>
            <pc:docMk/>
            <pc:sldMk cId="4073266267" sldId="270"/>
            <ac:spMk id="47" creationId="{4F379EF0-C9E1-244D-3A1F-7DB554F01BF0}"/>
          </ac:spMkLst>
        </pc:spChg>
        <pc:spChg chg="add mod">
          <ac:chgData name="Luu, Justin" userId="8e0ca2c1-b98c-4c86-ba2d-f72c90d92f31" providerId="ADAL" clId="{50BF5550-D302-524B-8B70-E361CF014E0E}" dt="2026-04-12T21:26:41.201" v="695" actId="208"/>
          <ac:spMkLst>
            <pc:docMk/>
            <pc:sldMk cId="4073266267" sldId="270"/>
            <ac:spMk id="49" creationId="{76066B2C-25FF-CB7B-1EED-BBC71CD4CAE2}"/>
          </ac:spMkLst>
        </pc:spChg>
        <pc:spChg chg="add mod">
          <ac:chgData name="Luu, Justin" userId="8e0ca2c1-b98c-4c86-ba2d-f72c90d92f31" providerId="ADAL" clId="{50BF5550-D302-524B-8B70-E361CF014E0E}" dt="2026-04-12T21:07:22.046" v="114" actId="1076"/>
          <ac:spMkLst>
            <pc:docMk/>
            <pc:sldMk cId="4073266267" sldId="270"/>
            <ac:spMk id="50" creationId="{1C28E7F9-72F8-C035-32B5-6D2129475A57}"/>
          </ac:spMkLst>
        </pc:spChg>
        <pc:spChg chg="mod">
          <ac:chgData name="Luu, Justin" userId="8e0ca2c1-b98c-4c86-ba2d-f72c90d92f31" providerId="ADAL" clId="{50BF5550-D302-524B-8B70-E361CF014E0E}" dt="2026-04-12T21:26:41.201" v="695" actId="208"/>
          <ac:spMkLst>
            <pc:docMk/>
            <pc:sldMk cId="4073266267" sldId="270"/>
            <ac:spMk id="52" creationId="{83CE65DF-80BB-D50F-894D-A5BE0711E57D}"/>
          </ac:spMkLst>
        </pc:spChg>
      </pc:sldChg>
      <pc:sldChg chg="addSp modSp new mod setBg">
        <pc:chgData name="Luu, Justin" userId="8e0ca2c1-b98c-4c86-ba2d-f72c90d92f31" providerId="ADAL" clId="{50BF5550-D302-524B-8B70-E361CF014E0E}" dt="2026-04-12T21:23:34.271" v="666" actId="20577"/>
        <pc:sldMkLst>
          <pc:docMk/>
          <pc:sldMk cId="4135512936" sldId="271"/>
        </pc:sldMkLst>
        <pc:spChg chg="add mod">
          <ac:chgData name="Luu, Justin" userId="8e0ca2c1-b98c-4c86-ba2d-f72c90d92f31" providerId="ADAL" clId="{50BF5550-D302-524B-8B70-E361CF014E0E}" dt="2026-04-12T21:16:24.061" v="612" actId="1076"/>
          <ac:spMkLst>
            <pc:docMk/>
            <pc:sldMk cId="4135512936" sldId="271"/>
            <ac:spMk id="2" creationId="{5CF96651-9321-7C87-0B95-3D4C3FCFADEC}"/>
          </ac:spMkLst>
        </pc:spChg>
        <pc:spChg chg="add mod">
          <ac:chgData name="Luu, Justin" userId="8e0ca2c1-b98c-4c86-ba2d-f72c90d92f31" providerId="ADAL" clId="{50BF5550-D302-524B-8B70-E361CF014E0E}" dt="2026-04-12T21:10:25.994" v="181" actId="1076"/>
          <ac:spMkLst>
            <pc:docMk/>
            <pc:sldMk cId="4135512936" sldId="271"/>
            <ac:spMk id="3" creationId="{FC64E368-0771-CA56-5C94-9B57E3472A86}"/>
          </ac:spMkLst>
        </pc:spChg>
        <pc:spChg chg="add mod">
          <ac:chgData name="Luu, Justin" userId="8e0ca2c1-b98c-4c86-ba2d-f72c90d92f31" providerId="ADAL" clId="{50BF5550-D302-524B-8B70-E361CF014E0E}" dt="2026-04-12T21:10:25.994" v="181" actId="1076"/>
          <ac:spMkLst>
            <pc:docMk/>
            <pc:sldMk cId="4135512936" sldId="271"/>
            <ac:spMk id="4" creationId="{A79AD95F-402B-B498-0B98-08A9243F5BDD}"/>
          </ac:spMkLst>
        </pc:spChg>
        <pc:spChg chg="add mod">
          <ac:chgData name="Luu, Justin" userId="8e0ca2c1-b98c-4c86-ba2d-f72c90d92f31" providerId="ADAL" clId="{50BF5550-D302-524B-8B70-E361CF014E0E}" dt="2026-04-12T21:23:34.271" v="666" actId="20577"/>
          <ac:spMkLst>
            <pc:docMk/>
            <pc:sldMk cId="4135512936" sldId="271"/>
            <ac:spMk id="7" creationId="{9796674A-E27B-2C96-DCC6-E90BDCE76032}"/>
          </ac:spMkLst>
        </pc:spChg>
        <pc:spChg chg="add mod">
          <ac:chgData name="Luu, Justin" userId="8e0ca2c1-b98c-4c86-ba2d-f72c90d92f31" providerId="ADAL" clId="{50BF5550-D302-524B-8B70-E361CF014E0E}" dt="2026-04-12T21:10:50.574" v="195"/>
          <ac:spMkLst>
            <pc:docMk/>
            <pc:sldMk cId="4135512936" sldId="271"/>
            <ac:spMk id="8" creationId="{26157E95-0B15-99F1-9A5A-BE49212FB2C3}"/>
          </ac:spMkLst>
        </pc:spChg>
        <pc:spChg chg="add mod">
          <ac:chgData name="Luu, Justin" userId="8e0ca2c1-b98c-4c86-ba2d-f72c90d92f31" providerId="ADAL" clId="{50BF5550-D302-524B-8B70-E361CF014E0E}" dt="2026-04-12T21:10:50.574" v="195"/>
          <ac:spMkLst>
            <pc:docMk/>
            <pc:sldMk cId="4135512936" sldId="271"/>
            <ac:spMk id="9" creationId="{FABAD9C2-6498-A13A-37C0-305C206C45C7}"/>
          </ac:spMkLst>
        </pc:spChg>
        <pc:spChg chg="add mod">
          <ac:chgData name="Luu, Justin" userId="8e0ca2c1-b98c-4c86-ba2d-f72c90d92f31" providerId="ADAL" clId="{50BF5550-D302-524B-8B70-E361CF014E0E}" dt="2026-04-12T21:11:09.034" v="371" actId="207"/>
          <ac:spMkLst>
            <pc:docMk/>
            <pc:sldMk cId="4135512936" sldId="271"/>
            <ac:spMk id="10" creationId="{45A143B1-D198-E5DC-87EF-7324C5FBD152}"/>
          </ac:spMkLst>
        </pc:spChg>
        <pc:spChg chg="add mod">
          <ac:chgData name="Luu, Justin" userId="8e0ca2c1-b98c-4c86-ba2d-f72c90d92f31" providerId="ADAL" clId="{50BF5550-D302-524B-8B70-E361CF014E0E}" dt="2026-04-12T21:11:09.034" v="371" actId="207"/>
          <ac:spMkLst>
            <pc:docMk/>
            <pc:sldMk cId="4135512936" sldId="271"/>
            <ac:spMk id="11" creationId="{9A2B2F2A-15EE-ACAF-0DCA-88F4FC45EB6F}"/>
          </ac:spMkLst>
        </pc:spChg>
        <pc:spChg chg="add mod">
          <ac:chgData name="Luu, Justin" userId="8e0ca2c1-b98c-4c86-ba2d-f72c90d92f31" providerId="ADAL" clId="{50BF5550-D302-524B-8B70-E361CF014E0E}" dt="2026-04-12T21:11:20.144" v="372"/>
          <ac:spMkLst>
            <pc:docMk/>
            <pc:sldMk cId="4135512936" sldId="271"/>
            <ac:spMk id="12" creationId="{4D71C081-51BB-A6C9-BEF3-3E10EE93469D}"/>
          </ac:spMkLst>
        </pc:spChg>
        <pc:spChg chg="add mod">
          <ac:chgData name="Luu, Justin" userId="8e0ca2c1-b98c-4c86-ba2d-f72c90d92f31" providerId="ADAL" clId="{50BF5550-D302-524B-8B70-E361CF014E0E}" dt="2026-04-12T21:11:24.508" v="373"/>
          <ac:spMkLst>
            <pc:docMk/>
            <pc:sldMk cId="4135512936" sldId="271"/>
            <ac:spMk id="13" creationId="{3CF34C60-7893-BB7A-FF36-3849D3E8C01D}"/>
          </ac:spMkLst>
        </pc:spChg>
        <pc:spChg chg="add mod">
          <ac:chgData name="Luu, Justin" userId="8e0ca2c1-b98c-4c86-ba2d-f72c90d92f31" providerId="ADAL" clId="{50BF5550-D302-524B-8B70-E361CF014E0E}" dt="2026-04-12T21:15:03.605" v="595" actId="1076"/>
          <ac:spMkLst>
            <pc:docMk/>
            <pc:sldMk cId="4135512936" sldId="271"/>
            <ac:spMk id="14" creationId="{8A6F4D26-85A8-E504-3CA1-B4CF62600DF3}"/>
          </ac:spMkLst>
        </pc:spChg>
        <pc:spChg chg="add mod">
          <ac:chgData name="Luu, Justin" userId="8e0ca2c1-b98c-4c86-ba2d-f72c90d92f31" providerId="ADAL" clId="{50BF5550-D302-524B-8B70-E361CF014E0E}" dt="2026-04-12T21:12:28.149" v="525"/>
          <ac:spMkLst>
            <pc:docMk/>
            <pc:sldMk cId="4135512936" sldId="271"/>
            <ac:spMk id="15" creationId="{36C430C2-4F79-C333-8A3A-2D6E18B5938A}"/>
          </ac:spMkLst>
        </pc:spChg>
        <pc:spChg chg="add mod">
          <ac:chgData name="Luu, Justin" userId="8e0ca2c1-b98c-4c86-ba2d-f72c90d92f31" providerId="ADAL" clId="{50BF5550-D302-524B-8B70-E361CF014E0E}" dt="2026-04-12T21:12:34.018" v="527"/>
          <ac:spMkLst>
            <pc:docMk/>
            <pc:sldMk cId="4135512936" sldId="271"/>
            <ac:spMk id="16" creationId="{195350A9-A4BD-71FA-6EF9-30FF05D21628}"/>
          </ac:spMkLst>
        </pc:spChg>
        <pc:spChg chg="add mod">
          <ac:chgData name="Luu, Justin" userId="8e0ca2c1-b98c-4c86-ba2d-f72c90d92f31" providerId="ADAL" clId="{50BF5550-D302-524B-8B70-E361CF014E0E}" dt="2026-04-12T21:15:29.386" v="601" actId="1076"/>
          <ac:spMkLst>
            <pc:docMk/>
            <pc:sldMk cId="4135512936" sldId="271"/>
            <ac:spMk id="17" creationId="{EF11FF50-4A70-E6CF-131A-6DAF2A6C8095}"/>
          </ac:spMkLst>
        </pc:spChg>
        <pc:spChg chg="add mod">
          <ac:chgData name="Luu, Justin" userId="8e0ca2c1-b98c-4c86-ba2d-f72c90d92f31" providerId="ADAL" clId="{50BF5550-D302-524B-8B70-E361CF014E0E}" dt="2026-04-12T21:14:39.253" v="588" actId="1076"/>
          <ac:spMkLst>
            <pc:docMk/>
            <pc:sldMk cId="4135512936" sldId="271"/>
            <ac:spMk id="18" creationId="{31413623-6636-394F-3ED5-853F2AC6BA40}"/>
          </ac:spMkLst>
        </pc:spChg>
        <pc:spChg chg="add mod">
          <ac:chgData name="Luu, Justin" userId="8e0ca2c1-b98c-4c86-ba2d-f72c90d92f31" providerId="ADAL" clId="{50BF5550-D302-524B-8B70-E361CF014E0E}" dt="2026-04-12T21:14:46.624" v="590" actId="1076"/>
          <ac:spMkLst>
            <pc:docMk/>
            <pc:sldMk cId="4135512936" sldId="271"/>
            <ac:spMk id="19" creationId="{AB1E0E32-9394-61F3-9220-5BFB05FBCDE0}"/>
          </ac:spMkLst>
        </pc:spChg>
        <pc:spChg chg="add mod">
          <ac:chgData name="Luu, Justin" userId="8e0ca2c1-b98c-4c86-ba2d-f72c90d92f31" providerId="ADAL" clId="{50BF5550-D302-524B-8B70-E361CF014E0E}" dt="2026-04-12T21:14:55.055" v="592" actId="1076"/>
          <ac:spMkLst>
            <pc:docMk/>
            <pc:sldMk cId="4135512936" sldId="271"/>
            <ac:spMk id="20" creationId="{10AC5361-B538-17AD-67B5-A90E01EA7D06}"/>
          </ac:spMkLst>
        </pc:spChg>
        <pc:spChg chg="add mod">
          <ac:chgData name="Luu, Justin" userId="8e0ca2c1-b98c-4c86-ba2d-f72c90d92f31" providerId="ADAL" clId="{50BF5550-D302-524B-8B70-E361CF014E0E}" dt="2026-04-12T21:15:06.185" v="596" actId="1076"/>
          <ac:spMkLst>
            <pc:docMk/>
            <pc:sldMk cId="4135512936" sldId="271"/>
            <ac:spMk id="21" creationId="{DB9BC02E-97E5-FCC9-16D4-C27A9C09DA83}"/>
          </ac:spMkLst>
        </pc:spChg>
        <pc:spChg chg="add mod">
          <ac:chgData name="Luu, Justin" userId="8e0ca2c1-b98c-4c86-ba2d-f72c90d92f31" providerId="ADAL" clId="{50BF5550-D302-524B-8B70-E361CF014E0E}" dt="2026-04-12T21:15:17.954" v="598" actId="1076"/>
          <ac:spMkLst>
            <pc:docMk/>
            <pc:sldMk cId="4135512936" sldId="271"/>
            <ac:spMk id="22" creationId="{335916C4-A798-D37C-CE6E-B8ED25CFA500}"/>
          </ac:spMkLst>
        </pc:spChg>
        <pc:spChg chg="add mod">
          <ac:chgData name="Luu, Justin" userId="8e0ca2c1-b98c-4c86-ba2d-f72c90d92f31" providerId="ADAL" clId="{50BF5550-D302-524B-8B70-E361CF014E0E}" dt="2026-04-12T21:15:24.769" v="600" actId="1076"/>
          <ac:spMkLst>
            <pc:docMk/>
            <pc:sldMk cId="4135512936" sldId="271"/>
            <ac:spMk id="23" creationId="{A572785E-BFB3-610E-21B5-AAC11B2F5B6B}"/>
          </ac:spMkLst>
        </pc:spChg>
        <pc:spChg chg="add mod">
          <ac:chgData name="Luu, Justin" userId="8e0ca2c1-b98c-4c86-ba2d-f72c90d92f31" providerId="ADAL" clId="{50BF5550-D302-524B-8B70-E361CF014E0E}" dt="2026-04-12T21:15:36.495" v="603" actId="1076"/>
          <ac:spMkLst>
            <pc:docMk/>
            <pc:sldMk cId="4135512936" sldId="271"/>
            <ac:spMk id="24" creationId="{DB838E2E-23DA-A411-76D2-66606B5195D3}"/>
          </ac:spMkLst>
        </pc:spChg>
        <pc:spChg chg="add mod">
          <ac:chgData name="Luu, Justin" userId="8e0ca2c1-b98c-4c86-ba2d-f72c90d92f31" providerId="ADAL" clId="{50BF5550-D302-524B-8B70-E361CF014E0E}" dt="2026-04-12T21:16:33.076" v="614" actId="1076"/>
          <ac:spMkLst>
            <pc:docMk/>
            <pc:sldMk cId="4135512936" sldId="271"/>
            <ac:spMk id="25" creationId="{DCC47CED-ACE4-A665-7B96-BF9B3A1868CD}"/>
          </ac:spMkLst>
        </pc:spChg>
        <pc:picChg chg="add">
          <ac:chgData name="Luu, Justin" userId="8e0ca2c1-b98c-4c86-ba2d-f72c90d92f31" providerId="ADAL" clId="{50BF5550-D302-524B-8B70-E361CF014E0E}" dt="2026-04-12T21:09:45.387" v="147"/>
          <ac:picMkLst>
            <pc:docMk/>
            <pc:sldMk cId="4135512936" sldId="271"/>
            <ac:picMk id="5" creationId="{48171840-2043-14D5-022B-F65FB03DE916}"/>
          </ac:picMkLst>
        </pc:picChg>
        <pc:cxnChg chg="add mod">
          <ac:chgData name="Luu, Justin" userId="8e0ca2c1-b98c-4c86-ba2d-f72c90d92f31" providerId="ADAL" clId="{50BF5550-D302-524B-8B70-E361CF014E0E}" dt="2026-04-12T21:10:10.332" v="174"/>
          <ac:cxnSpMkLst>
            <pc:docMk/>
            <pc:sldMk cId="4135512936" sldId="271"/>
            <ac:cxnSpMk id="6" creationId="{F7825DA3-26A9-7EC6-5AF0-488DA740755D}"/>
          </ac:cxnSpMkLst>
        </pc:cxnChg>
      </pc:sldChg>
      <pc:sldChg chg="addSp delSp modSp add mod">
        <pc:chgData name="Luu, Justin" userId="8e0ca2c1-b98c-4c86-ba2d-f72c90d92f31" providerId="ADAL" clId="{50BF5550-D302-524B-8B70-E361CF014E0E}" dt="2026-04-12T21:22:09.694" v="658" actId="14100"/>
        <pc:sldMkLst>
          <pc:docMk/>
          <pc:sldMk cId="3809851261" sldId="272"/>
        </pc:sldMkLst>
        <pc:spChg chg="mod">
          <ac:chgData name="Luu, Justin" userId="8e0ca2c1-b98c-4c86-ba2d-f72c90d92f31" providerId="ADAL" clId="{50BF5550-D302-524B-8B70-E361CF014E0E}" dt="2026-04-12T21:19:33.654" v="646" actId="20577"/>
          <ac:spMkLst>
            <pc:docMk/>
            <pc:sldMk cId="3809851261" sldId="272"/>
            <ac:spMk id="3" creationId="{67C28EDB-2AA9-D88A-5190-72AABC23ADB7}"/>
          </ac:spMkLst>
        </pc:spChg>
        <pc:spChg chg="del">
          <ac:chgData name="Luu, Justin" userId="8e0ca2c1-b98c-4c86-ba2d-f72c90d92f31" providerId="ADAL" clId="{50BF5550-D302-524B-8B70-E361CF014E0E}" dt="2026-04-12T21:19:41.582" v="647" actId="478"/>
          <ac:spMkLst>
            <pc:docMk/>
            <pc:sldMk cId="3809851261" sldId="272"/>
            <ac:spMk id="5" creationId="{984BEED9-79E1-179A-CA27-7C536DB1E404}"/>
          </ac:spMkLst>
        </pc:spChg>
        <pc:spChg chg="add mod">
          <ac:chgData name="Luu, Justin" userId="8e0ca2c1-b98c-4c86-ba2d-f72c90d92f31" providerId="ADAL" clId="{50BF5550-D302-524B-8B70-E361CF014E0E}" dt="2026-04-12T21:21:40.829" v="653" actId="1076"/>
          <ac:spMkLst>
            <pc:docMk/>
            <pc:sldMk cId="3809851261" sldId="272"/>
            <ac:spMk id="7" creationId="{CAAC1AFD-0554-AB27-1AB3-5D5347F4288D}"/>
          </ac:spMkLst>
        </pc:spChg>
        <pc:spChg chg="mod">
          <ac:chgData name="Luu, Justin" userId="8e0ca2c1-b98c-4c86-ba2d-f72c90d92f31" providerId="ADAL" clId="{50BF5550-D302-524B-8B70-E361CF014E0E}" dt="2026-04-12T21:21:40.829" v="653" actId="1076"/>
          <ac:spMkLst>
            <pc:docMk/>
            <pc:sldMk cId="3809851261" sldId="272"/>
            <ac:spMk id="8" creationId="{F2DEEFB3-D5A1-2138-DD8C-B0E58F034F1A}"/>
          </ac:spMkLst>
        </pc:spChg>
        <pc:spChg chg="add mod">
          <ac:chgData name="Luu, Justin" userId="8e0ca2c1-b98c-4c86-ba2d-f72c90d92f31" providerId="ADAL" clId="{50BF5550-D302-524B-8B70-E361CF014E0E}" dt="2026-04-12T21:22:09.694" v="658" actId="14100"/>
          <ac:spMkLst>
            <pc:docMk/>
            <pc:sldMk cId="3809851261" sldId="272"/>
            <ac:spMk id="9" creationId="{8EF606EA-048B-72CA-6839-67573B925504}"/>
          </ac:spMkLst>
        </pc:spChg>
        <pc:spChg chg="mod">
          <ac:chgData name="Luu, Justin" userId="8e0ca2c1-b98c-4c86-ba2d-f72c90d92f31" providerId="ADAL" clId="{50BF5550-D302-524B-8B70-E361CF014E0E}" dt="2026-04-12T21:21:52.200" v="654" actId="1076"/>
          <ac:spMkLst>
            <pc:docMk/>
            <pc:sldMk cId="3809851261" sldId="272"/>
            <ac:spMk id="10" creationId="{6C2213CC-1E51-DCBC-363B-D764B84DD4B2}"/>
          </ac:spMkLst>
        </pc:spChg>
        <pc:spChg chg="add mod">
          <ac:chgData name="Luu, Justin" userId="8e0ca2c1-b98c-4c86-ba2d-f72c90d92f31" providerId="ADAL" clId="{50BF5550-D302-524B-8B70-E361CF014E0E}" dt="2026-04-12T21:21:52.200" v="654" actId="1076"/>
          <ac:spMkLst>
            <pc:docMk/>
            <pc:sldMk cId="3809851261" sldId="272"/>
            <ac:spMk id="11" creationId="{69FBDA47-7BC9-2B19-8273-5A10CFC15A45}"/>
          </ac:spMkLst>
        </pc:spChg>
        <pc:spChg chg="add mod">
          <ac:chgData name="Luu, Justin" userId="8e0ca2c1-b98c-4c86-ba2d-f72c90d92f31" providerId="ADAL" clId="{50BF5550-D302-524B-8B70-E361CF014E0E}" dt="2026-04-12T21:22:09.694" v="658" actId="14100"/>
          <ac:spMkLst>
            <pc:docMk/>
            <pc:sldMk cId="3809851261" sldId="272"/>
            <ac:spMk id="12" creationId="{B0060E42-B3EF-7F04-E212-38AA29D26EF7}"/>
          </ac:spMkLst>
        </pc:spChg>
        <pc:spChg chg="add mod">
          <ac:chgData name="Luu, Justin" userId="8e0ca2c1-b98c-4c86-ba2d-f72c90d92f31" providerId="ADAL" clId="{50BF5550-D302-524B-8B70-E361CF014E0E}" dt="2026-04-12T21:21:52.200" v="654" actId="1076"/>
          <ac:spMkLst>
            <pc:docMk/>
            <pc:sldMk cId="3809851261" sldId="272"/>
            <ac:spMk id="13" creationId="{B466B471-23DD-AE62-D066-E5575BB5B0A4}"/>
          </ac:spMkLst>
        </pc:spChg>
        <pc:spChg chg="add mod">
          <ac:chgData name="Luu, Justin" userId="8e0ca2c1-b98c-4c86-ba2d-f72c90d92f31" providerId="ADAL" clId="{50BF5550-D302-524B-8B70-E361CF014E0E}" dt="2026-04-12T21:21:52.200" v="654" actId="1076"/>
          <ac:spMkLst>
            <pc:docMk/>
            <pc:sldMk cId="3809851261" sldId="272"/>
            <ac:spMk id="14" creationId="{6EB11991-10CD-EE1C-D879-D3D89DC34B10}"/>
          </ac:spMkLst>
        </pc:spChg>
        <pc:spChg chg="add mod">
          <ac:chgData name="Luu, Justin" userId="8e0ca2c1-b98c-4c86-ba2d-f72c90d92f31" providerId="ADAL" clId="{50BF5550-D302-524B-8B70-E361CF014E0E}" dt="2026-04-12T21:22:09.694" v="658" actId="14100"/>
          <ac:spMkLst>
            <pc:docMk/>
            <pc:sldMk cId="3809851261" sldId="272"/>
            <ac:spMk id="15" creationId="{4A394253-CB87-5E69-E5B5-30E133B0BA31}"/>
          </ac:spMkLst>
        </pc:spChg>
        <pc:spChg chg="add mod">
          <ac:chgData name="Luu, Justin" userId="8e0ca2c1-b98c-4c86-ba2d-f72c90d92f31" providerId="ADAL" clId="{50BF5550-D302-524B-8B70-E361CF014E0E}" dt="2026-04-12T21:21:52.200" v="654" actId="1076"/>
          <ac:spMkLst>
            <pc:docMk/>
            <pc:sldMk cId="3809851261" sldId="272"/>
            <ac:spMk id="16" creationId="{58E401E6-1BC4-21B7-4846-B70F52029738}"/>
          </ac:spMkLst>
        </pc:spChg>
        <pc:spChg chg="add mod">
          <ac:chgData name="Luu, Justin" userId="8e0ca2c1-b98c-4c86-ba2d-f72c90d92f31" providerId="ADAL" clId="{50BF5550-D302-524B-8B70-E361CF014E0E}" dt="2026-04-12T21:21:52.200" v="654" actId="1076"/>
          <ac:spMkLst>
            <pc:docMk/>
            <pc:sldMk cId="3809851261" sldId="272"/>
            <ac:spMk id="17" creationId="{B5B3BE03-B7E4-5B7F-CD13-5C56E3CF4E5E}"/>
          </ac:spMkLst>
        </pc:spChg>
        <pc:spChg chg="add mod">
          <ac:chgData name="Luu, Justin" userId="8e0ca2c1-b98c-4c86-ba2d-f72c90d92f31" providerId="ADAL" clId="{50BF5550-D302-524B-8B70-E361CF014E0E}" dt="2026-04-12T21:19:42.074" v="648"/>
          <ac:spMkLst>
            <pc:docMk/>
            <pc:sldMk cId="3809851261" sldId="272"/>
            <ac:spMk id="18" creationId="{006996DA-5F40-9B02-E6DE-D3450640792D}"/>
          </ac:spMkLst>
        </pc:spChg>
        <pc:spChg chg="del">
          <ac:chgData name="Luu, Justin" userId="8e0ca2c1-b98c-4c86-ba2d-f72c90d92f31" providerId="ADAL" clId="{50BF5550-D302-524B-8B70-E361CF014E0E}" dt="2026-04-12T21:19:41.582" v="647" actId="478"/>
          <ac:spMkLst>
            <pc:docMk/>
            <pc:sldMk cId="3809851261" sldId="272"/>
            <ac:spMk id="32" creationId="{0AF35312-D828-8A9B-99CD-71CA7100CA0F}"/>
          </ac:spMkLst>
        </pc:spChg>
        <pc:spChg chg="del">
          <ac:chgData name="Luu, Justin" userId="8e0ca2c1-b98c-4c86-ba2d-f72c90d92f31" providerId="ADAL" clId="{50BF5550-D302-524B-8B70-E361CF014E0E}" dt="2026-04-12T21:19:41.582" v="647" actId="478"/>
          <ac:spMkLst>
            <pc:docMk/>
            <pc:sldMk cId="3809851261" sldId="272"/>
            <ac:spMk id="37" creationId="{6EFF144C-C8F1-0B23-C21C-3AC216336CE4}"/>
          </ac:spMkLst>
        </pc:spChg>
        <pc:spChg chg="del">
          <ac:chgData name="Luu, Justin" userId="8e0ca2c1-b98c-4c86-ba2d-f72c90d92f31" providerId="ADAL" clId="{50BF5550-D302-524B-8B70-E361CF014E0E}" dt="2026-04-12T21:19:41.582" v="647" actId="478"/>
          <ac:spMkLst>
            <pc:docMk/>
            <pc:sldMk cId="3809851261" sldId="272"/>
            <ac:spMk id="38" creationId="{6A96FBA9-4187-E27F-32B6-47652BB8AB9D}"/>
          </ac:spMkLst>
        </pc:spChg>
        <pc:spChg chg="del">
          <ac:chgData name="Luu, Justin" userId="8e0ca2c1-b98c-4c86-ba2d-f72c90d92f31" providerId="ADAL" clId="{50BF5550-D302-524B-8B70-E361CF014E0E}" dt="2026-04-12T21:19:41.582" v="647" actId="478"/>
          <ac:spMkLst>
            <pc:docMk/>
            <pc:sldMk cId="3809851261" sldId="272"/>
            <ac:spMk id="39" creationId="{74F9E39C-B6D9-5C8D-F4DD-2794E9AAE06F}"/>
          </ac:spMkLst>
        </pc:spChg>
        <pc:spChg chg="del">
          <ac:chgData name="Luu, Justin" userId="8e0ca2c1-b98c-4c86-ba2d-f72c90d92f31" providerId="ADAL" clId="{50BF5550-D302-524B-8B70-E361CF014E0E}" dt="2026-04-12T21:19:41.582" v="647" actId="478"/>
          <ac:spMkLst>
            <pc:docMk/>
            <pc:sldMk cId="3809851261" sldId="272"/>
            <ac:spMk id="40" creationId="{08D4935C-13CF-D6F5-DD37-D2EF6F09BBBF}"/>
          </ac:spMkLst>
        </pc:spChg>
        <pc:spChg chg="del">
          <ac:chgData name="Luu, Justin" userId="8e0ca2c1-b98c-4c86-ba2d-f72c90d92f31" providerId="ADAL" clId="{50BF5550-D302-524B-8B70-E361CF014E0E}" dt="2026-04-12T21:19:41.582" v="647" actId="478"/>
          <ac:spMkLst>
            <pc:docMk/>
            <pc:sldMk cId="3809851261" sldId="272"/>
            <ac:spMk id="41" creationId="{5A2E09BF-D050-0A5C-A562-A6635210A451}"/>
          </ac:spMkLst>
        </pc:spChg>
        <pc:spChg chg="del">
          <ac:chgData name="Luu, Justin" userId="8e0ca2c1-b98c-4c86-ba2d-f72c90d92f31" providerId="ADAL" clId="{50BF5550-D302-524B-8B70-E361CF014E0E}" dt="2026-04-12T21:19:41.582" v="647" actId="478"/>
          <ac:spMkLst>
            <pc:docMk/>
            <pc:sldMk cId="3809851261" sldId="272"/>
            <ac:spMk id="42" creationId="{F60B70D2-BAEA-25D7-3FF0-B85B55CF6385}"/>
          </ac:spMkLst>
        </pc:spChg>
        <pc:spChg chg="del">
          <ac:chgData name="Luu, Justin" userId="8e0ca2c1-b98c-4c86-ba2d-f72c90d92f31" providerId="ADAL" clId="{50BF5550-D302-524B-8B70-E361CF014E0E}" dt="2026-04-12T21:19:41.582" v="647" actId="478"/>
          <ac:spMkLst>
            <pc:docMk/>
            <pc:sldMk cId="3809851261" sldId="272"/>
            <ac:spMk id="43" creationId="{EAFB0D0A-FA99-2142-A9D4-CA91FC3E2A8C}"/>
          </ac:spMkLst>
        </pc:spChg>
        <pc:spChg chg="del">
          <ac:chgData name="Luu, Justin" userId="8e0ca2c1-b98c-4c86-ba2d-f72c90d92f31" providerId="ADAL" clId="{50BF5550-D302-524B-8B70-E361CF014E0E}" dt="2026-04-12T21:19:41.582" v="647" actId="478"/>
          <ac:spMkLst>
            <pc:docMk/>
            <pc:sldMk cId="3809851261" sldId="272"/>
            <ac:spMk id="44" creationId="{3731AECE-E0C7-5857-04F2-7DA4D1D0812A}"/>
          </ac:spMkLst>
        </pc:spChg>
      </pc:sldChg>
      <pc:sldChg chg="addSp delSp modSp mod">
        <pc:chgData name="Luu, Justin" userId="8e0ca2c1-b98c-4c86-ba2d-f72c90d92f31" providerId="ADAL" clId="{50BF5550-D302-524B-8B70-E361CF014E0E}" dt="2026-04-12T21:29:53.158" v="837" actId="1076"/>
        <pc:sldMkLst>
          <pc:docMk/>
          <pc:sldMk cId="3840123502" sldId="273"/>
        </pc:sldMkLst>
        <pc:spChg chg="add mod">
          <ac:chgData name="Luu, Justin" userId="8e0ca2c1-b98c-4c86-ba2d-f72c90d92f31" providerId="ADAL" clId="{50BF5550-D302-524B-8B70-E361CF014E0E}" dt="2026-04-12T21:29:03.896" v="830" actId="1076"/>
          <ac:spMkLst>
            <pc:docMk/>
            <pc:sldMk cId="3840123502" sldId="273"/>
            <ac:spMk id="2" creationId="{724DF47E-B5E4-93A7-9237-AF9BCB999075}"/>
          </ac:spMkLst>
        </pc:spChg>
        <pc:spChg chg="mod">
          <ac:chgData name="Luu, Justin" userId="8e0ca2c1-b98c-4c86-ba2d-f72c90d92f31" providerId="ADAL" clId="{50BF5550-D302-524B-8B70-E361CF014E0E}" dt="2026-04-12T21:27:08.466" v="699" actId="14100"/>
          <ac:spMkLst>
            <pc:docMk/>
            <pc:sldMk cId="3840123502" sldId="273"/>
            <ac:spMk id="4" creationId="{98520AB8-50A7-E806-C50F-6B485C2F2498}"/>
          </ac:spMkLst>
        </pc:spChg>
        <pc:spChg chg="add mod">
          <ac:chgData name="Luu, Justin" userId="8e0ca2c1-b98c-4c86-ba2d-f72c90d92f31" providerId="ADAL" clId="{50BF5550-D302-524B-8B70-E361CF014E0E}" dt="2026-04-12T21:29:03.896" v="830" actId="1076"/>
          <ac:spMkLst>
            <pc:docMk/>
            <pc:sldMk cId="3840123502" sldId="273"/>
            <ac:spMk id="5" creationId="{74FB1CB9-2D27-F339-EA79-8A7A702839C5}"/>
          </ac:spMkLst>
        </pc:spChg>
        <pc:spChg chg="mod">
          <ac:chgData name="Luu, Justin" userId="8e0ca2c1-b98c-4c86-ba2d-f72c90d92f31" providerId="ADAL" clId="{50BF5550-D302-524B-8B70-E361CF014E0E}" dt="2026-04-12T21:27:08.466" v="699" actId="14100"/>
          <ac:spMkLst>
            <pc:docMk/>
            <pc:sldMk cId="3840123502" sldId="273"/>
            <ac:spMk id="6" creationId="{058ABD7D-C83C-7010-6826-6701D763DC6D}"/>
          </ac:spMkLst>
        </pc:spChg>
        <pc:spChg chg="add mod">
          <ac:chgData name="Luu, Justin" userId="8e0ca2c1-b98c-4c86-ba2d-f72c90d92f31" providerId="ADAL" clId="{50BF5550-D302-524B-8B70-E361CF014E0E}" dt="2026-04-12T21:29:03.896" v="830" actId="1076"/>
          <ac:spMkLst>
            <pc:docMk/>
            <pc:sldMk cId="3840123502" sldId="273"/>
            <ac:spMk id="7" creationId="{2BC9C31F-65B8-D080-069F-22F8F196676C}"/>
          </ac:spMkLst>
        </pc:spChg>
        <pc:spChg chg="add mod">
          <ac:chgData name="Luu, Justin" userId="8e0ca2c1-b98c-4c86-ba2d-f72c90d92f31" providerId="ADAL" clId="{50BF5550-D302-524B-8B70-E361CF014E0E}" dt="2026-04-12T21:29:03.896" v="830" actId="1076"/>
          <ac:spMkLst>
            <pc:docMk/>
            <pc:sldMk cId="3840123502" sldId="273"/>
            <ac:spMk id="8" creationId="{5E0F06EE-65DB-6038-9AFD-30039AA596DC}"/>
          </ac:spMkLst>
        </pc:spChg>
        <pc:spChg chg="add mod">
          <ac:chgData name="Luu, Justin" userId="8e0ca2c1-b98c-4c86-ba2d-f72c90d92f31" providerId="ADAL" clId="{50BF5550-D302-524B-8B70-E361CF014E0E}" dt="2026-04-12T21:29:53.158" v="837" actId="1076"/>
          <ac:spMkLst>
            <pc:docMk/>
            <pc:sldMk cId="3840123502" sldId="273"/>
            <ac:spMk id="9" creationId="{DF619A5B-41A8-93AD-AAB7-6B3080FBFDED}"/>
          </ac:spMkLst>
        </pc:spChg>
        <pc:spChg chg="add mod">
          <ac:chgData name="Luu, Justin" userId="8e0ca2c1-b98c-4c86-ba2d-f72c90d92f31" providerId="ADAL" clId="{50BF5550-D302-524B-8B70-E361CF014E0E}" dt="2026-04-12T21:29:03.896" v="830" actId="1076"/>
          <ac:spMkLst>
            <pc:docMk/>
            <pc:sldMk cId="3840123502" sldId="273"/>
            <ac:spMk id="10" creationId="{3014E462-B7DD-DE5E-C858-32A836C6C020}"/>
          </ac:spMkLst>
        </pc:spChg>
        <pc:spChg chg="add mod">
          <ac:chgData name="Luu, Justin" userId="8e0ca2c1-b98c-4c86-ba2d-f72c90d92f31" providerId="ADAL" clId="{50BF5550-D302-524B-8B70-E361CF014E0E}" dt="2026-04-12T21:29:03.896" v="830" actId="1076"/>
          <ac:spMkLst>
            <pc:docMk/>
            <pc:sldMk cId="3840123502" sldId="273"/>
            <ac:spMk id="11" creationId="{44695E5B-1495-A44C-3EEE-A5B275FFD816}"/>
          </ac:spMkLst>
        </pc:spChg>
        <pc:spChg chg="add mod">
          <ac:chgData name="Luu, Justin" userId="8e0ca2c1-b98c-4c86-ba2d-f72c90d92f31" providerId="ADAL" clId="{50BF5550-D302-524B-8B70-E361CF014E0E}" dt="2026-04-12T21:29:03.896" v="830" actId="1076"/>
          <ac:spMkLst>
            <pc:docMk/>
            <pc:sldMk cId="3840123502" sldId="273"/>
            <ac:spMk id="12" creationId="{FA630577-ADB7-2087-4E92-1C0F8FD0BB23}"/>
          </ac:spMkLst>
        </pc:spChg>
        <pc:spChg chg="add mod">
          <ac:chgData name="Luu, Justin" userId="8e0ca2c1-b98c-4c86-ba2d-f72c90d92f31" providerId="ADAL" clId="{50BF5550-D302-524B-8B70-E361CF014E0E}" dt="2026-04-12T21:29:03.896" v="830" actId="1076"/>
          <ac:spMkLst>
            <pc:docMk/>
            <pc:sldMk cId="3840123502" sldId="273"/>
            <ac:spMk id="13" creationId="{AE1AF892-A79B-B7B1-FC9F-354B30CD3D3B}"/>
          </ac:spMkLst>
        </pc:spChg>
        <pc:spChg chg="add mod">
          <ac:chgData name="Luu, Justin" userId="8e0ca2c1-b98c-4c86-ba2d-f72c90d92f31" providerId="ADAL" clId="{50BF5550-D302-524B-8B70-E361CF014E0E}" dt="2026-04-12T21:29:23.023" v="833" actId="1076"/>
          <ac:spMkLst>
            <pc:docMk/>
            <pc:sldMk cId="3840123502" sldId="273"/>
            <ac:spMk id="14" creationId="{5D3C681D-8D23-73C7-33A4-99994ACF1587}"/>
          </ac:spMkLst>
        </pc:spChg>
        <pc:spChg chg="add mod">
          <ac:chgData name="Luu, Justin" userId="8e0ca2c1-b98c-4c86-ba2d-f72c90d92f31" providerId="ADAL" clId="{50BF5550-D302-524B-8B70-E361CF014E0E}" dt="2026-04-12T21:29:23.023" v="833" actId="1076"/>
          <ac:spMkLst>
            <pc:docMk/>
            <pc:sldMk cId="3840123502" sldId="273"/>
            <ac:spMk id="15" creationId="{63B83482-73F4-D356-7A5A-8C665D4B1F28}"/>
          </ac:spMkLst>
        </pc:spChg>
        <pc:spChg chg="add mod">
          <ac:chgData name="Luu, Justin" userId="8e0ca2c1-b98c-4c86-ba2d-f72c90d92f31" providerId="ADAL" clId="{50BF5550-D302-524B-8B70-E361CF014E0E}" dt="2026-04-12T21:29:23.023" v="833" actId="1076"/>
          <ac:spMkLst>
            <pc:docMk/>
            <pc:sldMk cId="3840123502" sldId="273"/>
            <ac:spMk id="16" creationId="{598651CE-9926-959E-EE99-1FAB87AEABB6}"/>
          </ac:spMkLst>
        </pc:spChg>
        <pc:spChg chg="add mod">
          <ac:chgData name="Luu, Justin" userId="8e0ca2c1-b98c-4c86-ba2d-f72c90d92f31" providerId="ADAL" clId="{50BF5550-D302-524B-8B70-E361CF014E0E}" dt="2026-04-12T21:29:23.023" v="833" actId="1076"/>
          <ac:spMkLst>
            <pc:docMk/>
            <pc:sldMk cId="3840123502" sldId="273"/>
            <ac:spMk id="17" creationId="{28AF5540-42CB-C7BE-C3AC-0233A14761CC}"/>
          </ac:spMkLst>
        </pc:spChg>
        <pc:spChg chg="add mod">
          <ac:chgData name="Luu, Justin" userId="8e0ca2c1-b98c-4c86-ba2d-f72c90d92f31" providerId="ADAL" clId="{50BF5550-D302-524B-8B70-E361CF014E0E}" dt="2026-04-12T21:29:28.657" v="835" actId="1076"/>
          <ac:spMkLst>
            <pc:docMk/>
            <pc:sldMk cId="3840123502" sldId="273"/>
            <ac:spMk id="18" creationId="{DB72676F-9123-71F7-F8F6-5191F4924EA9}"/>
          </ac:spMkLst>
        </pc:spChg>
        <pc:spChg chg="mod">
          <ac:chgData name="Luu, Justin" userId="8e0ca2c1-b98c-4c86-ba2d-f72c90d92f31" providerId="ADAL" clId="{50BF5550-D302-524B-8B70-E361CF014E0E}" dt="2026-04-12T21:27:26.831" v="705" actId="1076"/>
          <ac:spMkLst>
            <pc:docMk/>
            <pc:sldMk cId="3840123502" sldId="273"/>
            <ac:spMk id="20" creationId="{0934778A-FE12-DD91-89B4-404F22A223A9}"/>
          </ac:spMkLst>
        </pc:spChg>
        <pc:spChg chg="mod">
          <ac:chgData name="Luu, Justin" userId="8e0ca2c1-b98c-4c86-ba2d-f72c90d92f31" providerId="ADAL" clId="{50BF5550-D302-524B-8B70-E361CF014E0E}" dt="2026-04-12T21:27:25.225" v="704" actId="1076"/>
          <ac:spMkLst>
            <pc:docMk/>
            <pc:sldMk cId="3840123502" sldId="273"/>
            <ac:spMk id="22" creationId="{04A6280B-C466-466F-1B70-6AB82DFFD8EF}"/>
          </ac:spMkLst>
        </pc:spChg>
        <pc:spChg chg="mod">
          <ac:chgData name="Luu, Justin" userId="8e0ca2c1-b98c-4c86-ba2d-f72c90d92f31" providerId="ADAL" clId="{50BF5550-D302-524B-8B70-E361CF014E0E}" dt="2026-04-12T21:27:15.493" v="700" actId="1076"/>
          <ac:spMkLst>
            <pc:docMk/>
            <pc:sldMk cId="3840123502" sldId="273"/>
            <ac:spMk id="24" creationId="{9A969F58-E5CC-5B33-7CAB-C3ACF35AD462}"/>
          </ac:spMkLst>
        </pc:spChg>
        <pc:spChg chg="mod">
          <ac:chgData name="Luu, Justin" userId="8e0ca2c1-b98c-4c86-ba2d-f72c90d92f31" providerId="ADAL" clId="{50BF5550-D302-524B-8B70-E361CF014E0E}" dt="2026-04-12T21:27:15.493" v="700" actId="1076"/>
          <ac:spMkLst>
            <pc:docMk/>
            <pc:sldMk cId="3840123502" sldId="273"/>
            <ac:spMk id="26" creationId="{E7C80458-A6AD-B50B-F4EB-C9DFCCFE81DF}"/>
          </ac:spMkLst>
        </pc:spChg>
        <pc:spChg chg="mod">
          <ac:chgData name="Luu, Justin" userId="8e0ca2c1-b98c-4c86-ba2d-f72c90d92f31" providerId="ADAL" clId="{50BF5550-D302-524B-8B70-E361CF014E0E}" dt="2026-04-12T21:27:20.546" v="702" actId="1076"/>
          <ac:spMkLst>
            <pc:docMk/>
            <pc:sldMk cId="3840123502" sldId="273"/>
            <ac:spMk id="28" creationId="{A510CF61-289B-4200-9579-EFD54D46F459}"/>
          </ac:spMkLst>
        </pc:spChg>
        <pc:spChg chg="mod">
          <ac:chgData name="Luu, Justin" userId="8e0ca2c1-b98c-4c86-ba2d-f72c90d92f31" providerId="ADAL" clId="{50BF5550-D302-524B-8B70-E361CF014E0E}" dt="2026-04-12T21:27:22.653" v="703" actId="1076"/>
          <ac:spMkLst>
            <pc:docMk/>
            <pc:sldMk cId="3840123502" sldId="273"/>
            <ac:spMk id="30" creationId="{EBE009D3-3B31-A396-482D-5E4D17186D29}"/>
          </ac:spMkLst>
        </pc:spChg>
        <pc:spChg chg="del mod">
          <ac:chgData name="Luu, Justin" userId="8e0ca2c1-b98c-4c86-ba2d-f72c90d92f31" providerId="ADAL" clId="{50BF5550-D302-524B-8B70-E361CF014E0E}" dt="2026-04-12T21:27:45.552" v="719" actId="478"/>
          <ac:spMkLst>
            <pc:docMk/>
            <pc:sldMk cId="3840123502" sldId="273"/>
            <ac:spMk id="32" creationId="{52FD5896-E9D6-426B-3430-AC0BBC06E524}"/>
          </ac:spMkLst>
        </pc:spChg>
        <pc:spChg chg="del mod">
          <ac:chgData name="Luu, Justin" userId="8e0ca2c1-b98c-4c86-ba2d-f72c90d92f31" providerId="ADAL" clId="{50BF5550-D302-524B-8B70-E361CF014E0E}" dt="2026-04-12T21:27:45.552" v="719" actId="478"/>
          <ac:spMkLst>
            <pc:docMk/>
            <pc:sldMk cId="3840123502" sldId="273"/>
            <ac:spMk id="37" creationId="{148319AA-65B4-2840-2761-B291C23C4BE8}"/>
          </ac:spMkLst>
        </pc:spChg>
        <pc:spChg chg="del mod">
          <ac:chgData name="Luu, Justin" userId="8e0ca2c1-b98c-4c86-ba2d-f72c90d92f31" providerId="ADAL" clId="{50BF5550-D302-524B-8B70-E361CF014E0E}" dt="2026-04-12T21:27:45.552" v="719" actId="478"/>
          <ac:spMkLst>
            <pc:docMk/>
            <pc:sldMk cId="3840123502" sldId="273"/>
            <ac:spMk id="39" creationId="{4C3E14DA-21FE-8849-774D-025ADECAA39F}"/>
          </ac:spMkLst>
        </pc:spChg>
        <pc:spChg chg="del mod">
          <ac:chgData name="Luu, Justin" userId="8e0ca2c1-b98c-4c86-ba2d-f72c90d92f31" providerId="ADAL" clId="{50BF5550-D302-524B-8B70-E361CF014E0E}" dt="2026-04-12T21:27:45.552" v="719" actId="478"/>
          <ac:spMkLst>
            <pc:docMk/>
            <pc:sldMk cId="3840123502" sldId="273"/>
            <ac:spMk id="41" creationId="{6DA035BD-89B1-3AE5-7FD4-F98ED725CE4F}"/>
          </ac:spMkLst>
        </pc:spChg>
        <pc:spChg chg="del mod">
          <ac:chgData name="Luu, Justin" userId="8e0ca2c1-b98c-4c86-ba2d-f72c90d92f31" providerId="ADAL" clId="{50BF5550-D302-524B-8B70-E361CF014E0E}" dt="2026-04-12T21:28:37.249" v="775" actId="478"/>
          <ac:spMkLst>
            <pc:docMk/>
            <pc:sldMk cId="3840123502" sldId="273"/>
            <ac:spMk id="43" creationId="{FF05CA96-C7BC-7581-7658-2DD3EB79BDBD}"/>
          </ac:spMkLst>
        </pc:spChg>
        <pc:spChg chg="del mod">
          <ac:chgData name="Luu, Justin" userId="8e0ca2c1-b98c-4c86-ba2d-f72c90d92f31" providerId="ADAL" clId="{50BF5550-D302-524B-8B70-E361CF014E0E}" dt="2026-04-12T21:28:37.249" v="775" actId="478"/>
          <ac:spMkLst>
            <pc:docMk/>
            <pc:sldMk cId="3840123502" sldId="273"/>
            <ac:spMk id="45" creationId="{EE05FD60-94E8-3228-36C5-1A0603EAD676}"/>
          </ac:spMkLst>
        </pc:spChg>
        <pc:spChg chg="del mod">
          <ac:chgData name="Luu, Justin" userId="8e0ca2c1-b98c-4c86-ba2d-f72c90d92f31" providerId="ADAL" clId="{50BF5550-D302-524B-8B70-E361CF014E0E}" dt="2026-04-12T21:28:37.249" v="775" actId="478"/>
          <ac:spMkLst>
            <pc:docMk/>
            <pc:sldMk cId="3840123502" sldId="273"/>
            <ac:spMk id="47" creationId="{0686EE1F-FEB4-5622-9DD3-4322DE4FE2DC}"/>
          </ac:spMkLst>
        </pc:spChg>
        <pc:spChg chg="del mod">
          <ac:chgData name="Luu, Justin" userId="8e0ca2c1-b98c-4c86-ba2d-f72c90d92f31" providerId="ADAL" clId="{50BF5550-D302-524B-8B70-E361CF014E0E}" dt="2026-04-12T21:28:37.249" v="775" actId="478"/>
          <ac:spMkLst>
            <pc:docMk/>
            <pc:sldMk cId="3840123502" sldId="273"/>
            <ac:spMk id="49" creationId="{B159C825-69FB-A8EE-E8CC-C6492C74D77C}"/>
          </ac:spMkLst>
        </pc:spChg>
        <pc:spChg chg="del mod">
          <ac:chgData name="Luu, Justin" userId="8e0ca2c1-b98c-4c86-ba2d-f72c90d92f31" providerId="ADAL" clId="{50BF5550-D302-524B-8B70-E361CF014E0E}" dt="2026-04-12T21:28:58.969" v="829" actId="478"/>
          <ac:spMkLst>
            <pc:docMk/>
            <pc:sldMk cId="3840123502" sldId="273"/>
            <ac:spMk id="51" creationId="{90D2FE75-3E1C-FC04-C5A6-62C7E09C3B1C}"/>
          </ac:spMkLst>
        </pc:spChg>
        <pc:spChg chg="del mod">
          <ac:chgData name="Luu, Justin" userId="8e0ca2c1-b98c-4c86-ba2d-f72c90d92f31" providerId="ADAL" clId="{50BF5550-D302-524B-8B70-E361CF014E0E}" dt="2026-04-12T21:28:58.969" v="829" actId="478"/>
          <ac:spMkLst>
            <pc:docMk/>
            <pc:sldMk cId="3840123502" sldId="273"/>
            <ac:spMk id="53" creationId="{784C345F-3412-0278-BDC1-40120973B3B2}"/>
          </ac:spMkLst>
        </pc:spChg>
        <pc:spChg chg="del mod">
          <ac:chgData name="Luu, Justin" userId="8e0ca2c1-b98c-4c86-ba2d-f72c90d92f31" providerId="ADAL" clId="{50BF5550-D302-524B-8B70-E361CF014E0E}" dt="2026-04-12T21:28:58.969" v="829" actId="478"/>
          <ac:spMkLst>
            <pc:docMk/>
            <pc:sldMk cId="3840123502" sldId="273"/>
            <ac:spMk id="55" creationId="{398E33A6-4540-B20D-975B-8F597C8134FB}"/>
          </ac:spMkLst>
        </pc:spChg>
        <pc:spChg chg="del mod">
          <ac:chgData name="Luu, Justin" userId="8e0ca2c1-b98c-4c86-ba2d-f72c90d92f31" providerId="ADAL" clId="{50BF5550-D302-524B-8B70-E361CF014E0E}" dt="2026-04-12T21:28:58.969" v="829" actId="478"/>
          <ac:spMkLst>
            <pc:docMk/>
            <pc:sldMk cId="3840123502" sldId="273"/>
            <ac:spMk id="57" creationId="{3FD932F3-921E-77EE-EEED-54A09F1EDAE7}"/>
          </ac:spMkLst>
        </pc:spChg>
        <pc:spChg chg="mod">
          <ac:chgData name="Luu, Justin" userId="8e0ca2c1-b98c-4c86-ba2d-f72c90d92f31" providerId="ADAL" clId="{50BF5550-D302-524B-8B70-E361CF014E0E}" dt="2026-04-12T21:27:17.614" v="701" actId="1076"/>
          <ac:spMkLst>
            <pc:docMk/>
            <pc:sldMk cId="3840123502" sldId="273"/>
            <ac:spMk id="59" creationId="{27A89D46-4896-7BE0-5BBD-B69F535D5E53}"/>
          </ac:spMkLst>
        </pc:spChg>
        <pc:spChg chg="del mod">
          <ac:chgData name="Luu, Justin" userId="8e0ca2c1-b98c-4c86-ba2d-f72c90d92f31" providerId="ADAL" clId="{50BF5550-D302-524B-8B70-E361CF014E0E}" dt="2026-04-12T21:27:46.473" v="720" actId="478"/>
          <ac:spMkLst>
            <pc:docMk/>
            <pc:sldMk cId="3840123502" sldId="273"/>
            <ac:spMk id="61" creationId="{BEBB8E29-3641-E310-E20F-D8AE0547EBB5}"/>
          </ac:spMkLst>
        </pc:spChg>
        <pc:spChg chg="del mod">
          <ac:chgData name="Luu, Justin" userId="8e0ca2c1-b98c-4c86-ba2d-f72c90d92f31" providerId="ADAL" clId="{50BF5550-D302-524B-8B70-E361CF014E0E}" dt="2026-04-12T21:28:37.249" v="775" actId="478"/>
          <ac:spMkLst>
            <pc:docMk/>
            <pc:sldMk cId="3840123502" sldId="273"/>
            <ac:spMk id="63" creationId="{73F2AC8F-7393-97A7-8E62-30DDF220B994}"/>
          </ac:spMkLst>
        </pc:spChg>
        <pc:spChg chg="del mod">
          <ac:chgData name="Luu, Justin" userId="8e0ca2c1-b98c-4c86-ba2d-f72c90d92f31" providerId="ADAL" clId="{50BF5550-D302-524B-8B70-E361CF014E0E}" dt="2026-04-12T21:28:41.516" v="776" actId="478"/>
          <ac:spMkLst>
            <pc:docMk/>
            <pc:sldMk cId="3840123502" sldId="273"/>
            <ac:spMk id="65" creationId="{54A8C306-758C-91E9-841D-57ABC4A8590F}"/>
          </ac:spMkLst>
        </pc:spChg>
        <pc:spChg chg="mod">
          <ac:chgData name="Luu, Justin" userId="8e0ca2c1-b98c-4c86-ba2d-f72c90d92f31" providerId="ADAL" clId="{50BF5550-D302-524B-8B70-E361CF014E0E}" dt="2026-04-12T21:29:39.763" v="836" actId="1076"/>
          <ac:spMkLst>
            <pc:docMk/>
            <pc:sldMk cId="3840123502" sldId="273"/>
            <ac:spMk id="67" creationId="{54C02C8F-3985-E962-5677-17F4D2080D15}"/>
          </ac:spMkLst>
        </pc:spChg>
        <pc:spChg chg="mod">
          <ac:chgData name="Luu, Justin" userId="8e0ca2c1-b98c-4c86-ba2d-f72c90d92f31" providerId="ADAL" clId="{50BF5550-D302-524B-8B70-E361CF014E0E}" dt="2026-04-12T21:29:39.763" v="836" actId="1076"/>
          <ac:spMkLst>
            <pc:docMk/>
            <pc:sldMk cId="3840123502" sldId="273"/>
            <ac:spMk id="69" creationId="{0D478601-D82D-CDD2-40DD-403DDD8709EF}"/>
          </ac:spMkLst>
        </pc:spChg>
        <pc:spChg chg="mod">
          <ac:chgData name="Luu, Justin" userId="8e0ca2c1-b98c-4c86-ba2d-f72c90d92f31" providerId="ADAL" clId="{50BF5550-D302-524B-8B70-E361CF014E0E}" dt="2026-04-12T21:29:39.763" v="836" actId="1076"/>
          <ac:spMkLst>
            <pc:docMk/>
            <pc:sldMk cId="3840123502" sldId="273"/>
            <ac:spMk id="71" creationId="{AB35BF51-48B8-2C33-94D9-BA19E418330B}"/>
          </ac:spMkLst>
        </pc:spChg>
        <pc:spChg chg="del">
          <ac:chgData name="Luu, Justin" userId="8e0ca2c1-b98c-4c86-ba2d-f72c90d92f31" providerId="ADAL" clId="{50BF5550-D302-524B-8B70-E361CF014E0E}" dt="2026-04-12T21:24:15.726" v="667" actId="478"/>
          <ac:spMkLst>
            <pc:docMk/>
            <pc:sldMk cId="3840123502" sldId="273"/>
            <ac:spMk id="73" creationId="{5BBB41AA-3EF0-A0ED-E4A2-20A4708E0809}"/>
          </ac:spMkLst>
        </pc:spChg>
        <pc:spChg chg="del">
          <ac:chgData name="Luu, Justin" userId="8e0ca2c1-b98c-4c86-ba2d-f72c90d92f31" providerId="ADAL" clId="{50BF5550-D302-524B-8B70-E361CF014E0E}" dt="2026-04-12T21:24:15.726" v="667" actId="478"/>
          <ac:spMkLst>
            <pc:docMk/>
            <pc:sldMk cId="3840123502" sldId="273"/>
            <ac:spMk id="75" creationId="{80E82A5F-D90F-718F-AC0A-0BACBB6DD3E6}"/>
          </ac:spMkLst>
        </pc:spChg>
        <pc:spChg chg="del">
          <ac:chgData name="Luu, Justin" userId="8e0ca2c1-b98c-4c86-ba2d-f72c90d92f31" providerId="ADAL" clId="{50BF5550-D302-524B-8B70-E361CF014E0E}" dt="2026-04-12T21:24:15.726" v="667" actId="478"/>
          <ac:spMkLst>
            <pc:docMk/>
            <pc:sldMk cId="3840123502" sldId="273"/>
            <ac:spMk id="77" creationId="{2FCFC7BF-E69E-2291-521C-7C678B467DE4}"/>
          </ac:spMkLst>
        </pc:spChg>
        <pc:spChg chg="mod">
          <ac:chgData name="Luu, Justin" userId="8e0ca2c1-b98c-4c86-ba2d-f72c90d92f31" providerId="ADAL" clId="{50BF5550-D302-524B-8B70-E361CF014E0E}" dt="2026-04-12T21:29:39.763" v="836" actId="1076"/>
          <ac:spMkLst>
            <pc:docMk/>
            <pc:sldMk cId="3840123502" sldId="273"/>
            <ac:spMk id="79" creationId="{542C064A-99F7-73C3-A160-67EC877C0E44}"/>
          </ac:spMkLst>
        </pc:spChg>
      </pc:sldChg>
      <pc:sldChg chg="modSp mod">
        <pc:chgData name="Luu, Justin" userId="8e0ca2c1-b98c-4c86-ba2d-f72c90d92f31" providerId="ADAL" clId="{50BF5550-D302-524B-8B70-E361CF014E0E}" dt="2026-04-12T21:30:19.696" v="840" actId="208"/>
        <pc:sldMkLst>
          <pc:docMk/>
          <pc:sldMk cId="3833360894" sldId="275"/>
        </pc:sldMkLst>
        <pc:spChg chg="mod">
          <ac:chgData name="Luu, Justin" userId="8e0ca2c1-b98c-4c86-ba2d-f72c90d92f31" providerId="ADAL" clId="{50BF5550-D302-524B-8B70-E361CF014E0E}" dt="2026-04-12T21:30:19.696" v="840" actId="208"/>
          <ac:spMkLst>
            <pc:docMk/>
            <pc:sldMk cId="3833360894" sldId="275"/>
            <ac:spMk id="37" creationId="{789394E6-BE60-CB4A-5BD2-86A2448A2F84}"/>
          </ac:spMkLst>
        </pc:spChg>
        <pc:spChg chg="mod">
          <ac:chgData name="Luu, Justin" userId="8e0ca2c1-b98c-4c86-ba2d-f72c90d92f31" providerId="ADAL" clId="{50BF5550-D302-524B-8B70-E361CF014E0E}" dt="2026-04-12T21:30:19.696" v="840" actId="208"/>
          <ac:spMkLst>
            <pc:docMk/>
            <pc:sldMk cId="3833360894" sldId="275"/>
            <ac:spMk id="43" creationId="{88632E0F-6919-BDFB-3FB8-9158591800D0}"/>
          </ac:spMkLst>
        </pc:spChg>
        <pc:spChg chg="mod">
          <ac:chgData name="Luu, Justin" userId="8e0ca2c1-b98c-4c86-ba2d-f72c90d92f31" providerId="ADAL" clId="{50BF5550-D302-524B-8B70-E361CF014E0E}" dt="2026-04-12T21:30:19.696" v="840" actId="208"/>
          <ac:spMkLst>
            <pc:docMk/>
            <pc:sldMk cId="3833360894" sldId="275"/>
            <ac:spMk id="49" creationId="{0842306E-ECBF-504D-1941-31007B2C8D32}"/>
          </ac:spMkLst>
        </pc:spChg>
        <pc:spChg chg="mod">
          <ac:chgData name="Luu, Justin" userId="8e0ca2c1-b98c-4c86-ba2d-f72c90d92f31" providerId="ADAL" clId="{50BF5550-D302-524B-8B70-E361CF014E0E}" dt="2026-04-12T21:30:19.696" v="840" actId="208"/>
          <ac:spMkLst>
            <pc:docMk/>
            <pc:sldMk cId="3833360894" sldId="275"/>
            <ac:spMk id="55" creationId="{C9258D33-91D1-E9F9-2BF0-07AA34FEA7F6}"/>
          </ac:spMkLst>
        </pc:spChg>
        <pc:spChg chg="mod">
          <ac:chgData name="Luu, Justin" userId="8e0ca2c1-b98c-4c86-ba2d-f72c90d92f31" providerId="ADAL" clId="{50BF5550-D302-524B-8B70-E361CF014E0E}" dt="2026-04-12T21:30:19.696" v="840" actId="208"/>
          <ac:spMkLst>
            <pc:docMk/>
            <pc:sldMk cId="3833360894" sldId="275"/>
            <ac:spMk id="61" creationId="{D8AB29B9-0219-E6E9-5F1D-CBB33C33AF8B}"/>
          </ac:spMkLst>
        </pc:spChg>
      </pc:sldChg>
      <pc:sldChg chg="delSp add del mod">
        <pc:chgData name="Luu, Justin" userId="8e0ca2c1-b98c-4c86-ba2d-f72c90d92f31" providerId="ADAL" clId="{50BF5550-D302-524B-8B70-E361CF014E0E}" dt="2026-04-12T21:01:44.195" v="8" actId="2696"/>
        <pc:sldMkLst>
          <pc:docMk/>
          <pc:sldMk cId="1502292827" sldId="1303"/>
        </pc:sldMkLst>
        <pc:spChg chg="del">
          <ac:chgData name="Luu, Justin" userId="8e0ca2c1-b98c-4c86-ba2d-f72c90d92f31" providerId="ADAL" clId="{50BF5550-D302-524B-8B70-E361CF014E0E}" dt="2026-04-12T21:01:31.313" v="6" actId="478"/>
          <ac:spMkLst>
            <pc:docMk/>
            <pc:sldMk cId="1502292827" sldId="1303"/>
            <ac:spMk id="3" creationId="{99DBFE98-32DC-5DFF-44CE-D3CCBD1CDCEB}"/>
          </ac:spMkLst>
        </pc:spChg>
        <pc:spChg chg="del">
          <ac:chgData name="Luu, Justin" userId="8e0ca2c1-b98c-4c86-ba2d-f72c90d92f31" providerId="ADAL" clId="{50BF5550-D302-524B-8B70-E361CF014E0E}" dt="2026-04-12T21:01:31.313" v="6" actId="478"/>
          <ac:spMkLst>
            <pc:docMk/>
            <pc:sldMk cId="1502292827" sldId="1303"/>
            <ac:spMk id="4" creationId="{AF8FB762-B99C-DD2C-4A4C-D24ABE724009}"/>
          </ac:spMkLst>
        </pc:spChg>
        <pc:spChg chg="del">
          <ac:chgData name="Luu, Justin" userId="8e0ca2c1-b98c-4c86-ba2d-f72c90d92f31" providerId="ADAL" clId="{50BF5550-D302-524B-8B70-E361CF014E0E}" dt="2026-04-12T21:01:31.313" v="6" actId="478"/>
          <ac:spMkLst>
            <pc:docMk/>
            <pc:sldMk cId="1502292827" sldId="1303"/>
            <ac:spMk id="7" creationId="{139F4A10-1406-C9B8-11FE-617730B4FC3B}"/>
          </ac:spMkLst>
        </pc:spChg>
        <pc:spChg chg="del">
          <ac:chgData name="Luu, Justin" userId="8e0ca2c1-b98c-4c86-ba2d-f72c90d92f31" providerId="ADAL" clId="{50BF5550-D302-524B-8B70-E361CF014E0E}" dt="2026-04-12T21:01:31.313" v="6" actId="478"/>
          <ac:spMkLst>
            <pc:docMk/>
            <pc:sldMk cId="1502292827" sldId="1303"/>
            <ac:spMk id="20" creationId="{FC6F7A05-78D9-B63C-599C-EA8A348AFFAD}"/>
          </ac:spMkLst>
        </pc:spChg>
        <pc:spChg chg="del">
          <ac:chgData name="Luu, Justin" userId="8e0ca2c1-b98c-4c86-ba2d-f72c90d92f31" providerId="ADAL" clId="{50BF5550-D302-524B-8B70-E361CF014E0E}" dt="2026-04-12T21:01:31.313" v="6" actId="478"/>
          <ac:spMkLst>
            <pc:docMk/>
            <pc:sldMk cId="1502292827" sldId="1303"/>
            <ac:spMk id="27" creationId="{2B4FA936-68DC-4C5B-AAEF-DC3BE45BD160}"/>
          </ac:spMkLst>
        </pc:spChg>
        <pc:spChg chg="del">
          <ac:chgData name="Luu, Justin" userId="8e0ca2c1-b98c-4c86-ba2d-f72c90d92f31" providerId="ADAL" clId="{50BF5550-D302-524B-8B70-E361CF014E0E}" dt="2026-04-12T21:01:31.313" v="6" actId="478"/>
          <ac:spMkLst>
            <pc:docMk/>
            <pc:sldMk cId="1502292827" sldId="1303"/>
            <ac:spMk id="28" creationId="{25FE6358-727A-1B63-1413-CA8F68800841}"/>
          </ac:spMkLst>
        </pc:spChg>
        <pc:spChg chg="del">
          <ac:chgData name="Luu, Justin" userId="8e0ca2c1-b98c-4c86-ba2d-f72c90d92f31" providerId="ADAL" clId="{50BF5550-D302-524B-8B70-E361CF014E0E}" dt="2026-04-12T21:01:31.313" v="6" actId="478"/>
          <ac:spMkLst>
            <pc:docMk/>
            <pc:sldMk cId="1502292827" sldId="1303"/>
            <ac:spMk id="36" creationId="{095ED212-CAC8-A0F5-8656-18EC3F4A9C11}"/>
          </ac:spMkLst>
        </pc:spChg>
        <pc:spChg chg="del">
          <ac:chgData name="Luu, Justin" userId="8e0ca2c1-b98c-4c86-ba2d-f72c90d92f31" providerId="ADAL" clId="{50BF5550-D302-524B-8B70-E361CF014E0E}" dt="2026-04-12T21:01:31.313" v="6" actId="478"/>
          <ac:spMkLst>
            <pc:docMk/>
            <pc:sldMk cId="1502292827" sldId="1303"/>
            <ac:spMk id="37" creationId="{53397822-FA67-F698-1A9B-1D3034BEA033}"/>
          </ac:spMkLst>
        </pc:spChg>
        <pc:spChg chg="del">
          <ac:chgData name="Luu, Justin" userId="8e0ca2c1-b98c-4c86-ba2d-f72c90d92f31" providerId="ADAL" clId="{50BF5550-D302-524B-8B70-E361CF014E0E}" dt="2026-04-12T21:01:31.313" v="6" actId="478"/>
          <ac:spMkLst>
            <pc:docMk/>
            <pc:sldMk cId="1502292827" sldId="1303"/>
            <ac:spMk id="38" creationId="{E98345DF-2D48-D003-36FE-44B2319816A8}"/>
          </ac:spMkLst>
        </pc:spChg>
        <pc:spChg chg="del">
          <ac:chgData name="Luu, Justin" userId="8e0ca2c1-b98c-4c86-ba2d-f72c90d92f31" providerId="ADAL" clId="{50BF5550-D302-524B-8B70-E361CF014E0E}" dt="2026-04-12T21:01:31.313" v="6" actId="478"/>
          <ac:spMkLst>
            <pc:docMk/>
            <pc:sldMk cId="1502292827" sldId="1303"/>
            <ac:spMk id="40" creationId="{5F917C24-EB73-0737-EC88-AB675BE0C26A}"/>
          </ac:spMkLst>
        </pc:spChg>
        <pc:graphicFrameChg chg="del">
          <ac:chgData name="Luu, Justin" userId="8e0ca2c1-b98c-4c86-ba2d-f72c90d92f31" providerId="ADAL" clId="{50BF5550-D302-524B-8B70-E361CF014E0E}" dt="2026-04-12T21:01:35.571" v="7" actId="478"/>
          <ac:graphicFrameMkLst>
            <pc:docMk/>
            <pc:sldMk cId="1502292827" sldId="1303"/>
            <ac:graphicFrameMk id="2" creationId="{1A0C7B2C-12DB-DE1A-2183-997CFAFF08B9}"/>
          </ac:graphicFrameMkLst>
        </pc:graphicFrameChg>
      </pc:sldChg>
      <pc:sldMasterChg chg="delSldLayout">
        <pc:chgData name="Luu, Justin" userId="8e0ca2c1-b98c-4c86-ba2d-f72c90d92f31" providerId="ADAL" clId="{50BF5550-D302-524B-8B70-E361CF014E0E}" dt="2026-04-12T21:01:44.195" v="8" actId="2696"/>
        <pc:sldMasterMkLst>
          <pc:docMk/>
          <pc:sldMasterMk cId="2209977519" sldId="2147483648"/>
        </pc:sldMasterMkLst>
        <pc:sldLayoutChg chg="del">
          <pc:chgData name="Luu, Justin" userId="8e0ca2c1-b98c-4c86-ba2d-f72c90d92f31" providerId="ADAL" clId="{50BF5550-D302-524B-8B70-E361CF014E0E}" dt="2026-04-12T21:01:44.195" v="8" actId="2696"/>
          <pc:sldLayoutMkLst>
            <pc:docMk/>
            <pc:sldMasterMk cId="2209977519" sldId="2147483648"/>
            <pc:sldLayoutMk cId="472635850" sldId="2147483660"/>
          </pc:sldLayoutMkLst>
        </pc:sldLayoutChg>
      </pc:sldMasterChg>
    </pc:docChg>
  </pc:docChgLst>
  <pc:docChgLst>
    <pc:chgData name="Yasukawa, Leica" userId="S::lyasukawa29@cmc.edu::dc41525a-3039-424d-91e7-ffe03af261be" providerId="AD" clId="Web-{5DA92BDB-245F-3B6D-C621-3E8AE2798C8D}"/>
    <pc:docChg chg="addSld delSld modSld">
      <pc:chgData name="Yasukawa, Leica" userId="S::lyasukawa29@cmc.edu::dc41525a-3039-424d-91e7-ffe03af261be" providerId="AD" clId="Web-{5DA92BDB-245F-3B6D-C621-3E8AE2798C8D}" dt="2026-04-12T21:26:42.852" v="623"/>
      <pc:docMkLst>
        <pc:docMk/>
      </pc:docMkLst>
      <pc:sldChg chg="delSp modSp del">
        <pc:chgData name="Yasukawa, Leica" userId="S::lyasukawa29@cmc.edu::dc41525a-3039-424d-91e7-ffe03af261be" providerId="AD" clId="Web-{5DA92BDB-245F-3B6D-C621-3E8AE2798C8D}" dt="2026-04-12T21:20:07.224" v="4"/>
        <pc:sldMkLst>
          <pc:docMk/>
          <pc:sldMk cId="0" sldId="259"/>
        </pc:sldMkLst>
        <pc:spChg chg="del mod">
          <ac:chgData name="Yasukawa, Leica" userId="S::lyasukawa29@cmc.edu::dc41525a-3039-424d-91e7-ffe03af261be" providerId="AD" clId="Web-{5DA92BDB-245F-3B6D-C621-3E8AE2798C8D}" dt="2026-04-12T21:19:31.098" v="2"/>
          <ac:spMkLst>
            <pc:docMk/>
            <pc:sldMk cId="0" sldId="259"/>
            <ac:spMk id="3" creationId="{00000000-0000-0000-0000-000000000000}"/>
          </ac:spMkLst>
        </pc:spChg>
      </pc:sldChg>
      <pc:sldChg chg="del">
        <pc:chgData name="Yasukawa, Leica" userId="S::lyasukawa29@cmc.edu::dc41525a-3039-424d-91e7-ffe03af261be" providerId="AD" clId="Web-{5DA92BDB-245F-3B6D-C621-3E8AE2798C8D}" dt="2026-04-12T21:21:05.131" v="77"/>
        <pc:sldMkLst>
          <pc:docMk/>
          <pc:sldMk cId="0" sldId="260"/>
        </pc:sldMkLst>
      </pc:sldChg>
      <pc:sldChg chg="del">
        <pc:chgData name="Yasukawa, Leica" userId="S::lyasukawa29@cmc.edu::dc41525a-3039-424d-91e7-ffe03af261be" providerId="AD" clId="Web-{5DA92BDB-245F-3B6D-C621-3E8AE2798C8D}" dt="2026-04-12T21:21:38.272" v="226"/>
        <pc:sldMkLst>
          <pc:docMk/>
          <pc:sldMk cId="0" sldId="261"/>
        </pc:sldMkLst>
      </pc:sldChg>
      <pc:sldChg chg="del">
        <pc:chgData name="Yasukawa, Leica" userId="S::lyasukawa29@cmc.edu::dc41525a-3039-424d-91e7-ffe03af261be" providerId="AD" clId="Web-{5DA92BDB-245F-3B6D-C621-3E8AE2798C8D}" dt="2026-04-12T21:22:14.134" v="331"/>
        <pc:sldMkLst>
          <pc:docMk/>
          <pc:sldMk cId="0" sldId="262"/>
        </pc:sldMkLst>
      </pc:sldChg>
      <pc:sldChg chg="del">
        <pc:chgData name="Yasukawa, Leica" userId="S::lyasukawa29@cmc.edu::dc41525a-3039-424d-91e7-ffe03af261be" providerId="AD" clId="Web-{5DA92BDB-245F-3B6D-C621-3E8AE2798C8D}" dt="2026-04-12T21:22:40.058" v="375"/>
        <pc:sldMkLst>
          <pc:docMk/>
          <pc:sldMk cId="0" sldId="263"/>
        </pc:sldMkLst>
      </pc:sldChg>
      <pc:sldChg chg="delSp del">
        <pc:chgData name="Yasukawa, Leica" userId="S::lyasukawa29@cmc.edu::dc41525a-3039-424d-91e7-ffe03af261be" providerId="AD" clId="Web-{5DA92BDB-245F-3B6D-C621-3E8AE2798C8D}" dt="2026-04-12T21:22:58.935" v="408"/>
        <pc:sldMkLst>
          <pc:docMk/>
          <pc:sldMk cId="0" sldId="264"/>
        </pc:sldMkLst>
        <pc:spChg chg="del">
          <ac:chgData name="Yasukawa, Leica" userId="S::lyasukawa29@cmc.edu::dc41525a-3039-424d-91e7-ffe03af261be" providerId="AD" clId="Web-{5DA92BDB-245F-3B6D-C621-3E8AE2798C8D}" dt="2026-04-12T21:22:49.793" v="392"/>
          <ac:spMkLst>
            <pc:docMk/>
            <pc:sldMk cId="0" sldId="264"/>
            <ac:spMk id="7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49.793" v="391"/>
          <ac:spMkLst>
            <pc:docMk/>
            <pc:sldMk cId="0" sldId="264"/>
            <ac:spMk id="8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49.793" v="390"/>
          <ac:spMkLst>
            <pc:docMk/>
            <pc:sldMk cId="0" sldId="264"/>
            <ac:spMk id="9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49.793" v="389"/>
          <ac:spMkLst>
            <pc:docMk/>
            <pc:sldMk cId="0" sldId="264"/>
            <ac:spMk id="10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49.793" v="38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49.793" v="387"/>
          <ac:spMkLst>
            <pc:docMk/>
            <pc:sldMk cId="0" sldId="264"/>
            <ac:spMk id="12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49.793" v="386"/>
          <ac:spMkLst>
            <pc:docMk/>
            <pc:sldMk cId="0" sldId="264"/>
            <ac:spMk id="13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49.793" v="385"/>
          <ac:spMkLst>
            <pc:docMk/>
            <pc:sldMk cId="0" sldId="264"/>
            <ac:spMk id="14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49.793" v="384"/>
          <ac:spMkLst>
            <pc:docMk/>
            <pc:sldMk cId="0" sldId="264"/>
            <ac:spMk id="15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49.793" v="383"/>
          <ac:spMkLst>
            <pc:docMk/>
            <pc:sldMk cId="0" sldId="264"/>
            <ac:spMk id="16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49.793" v="382"/>
          <ac:spMkLst>
            <pc:docMk/>
            <pc:sldMk cId="0" sldId="264"/>
            <ac:spMk id="17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49.793" v="381"/>
          <ac:spMkLst>
            <pc:docMk/>
            <pc:sldMk cId="0" sldId="264"/>
            <ac:spMk id="18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49.793" v="380"/>
          <ac:spMkLst>
            <pc:docMk/>
            <pc:sldMk cId="0" sldId="264"/>
            <ac:spMk id="19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49.793" v="379"/>
          <ac:spMkLst>
            <pc:docMk/>
            <pc:sldMk cId="0" sldId="264"/>
            <ac:spMk id="20" creationId="{00000000-0000-0000-0000-000000000000}"/>
          </ac:spMkLst>
        </pc:spChg>
      </pc:sldChg>
      <pc:sldChg chg="delSp del">
        <pc:chgData name="Yasukawa, Leica" userId="S::lyasukawa29@cmc.edu::dc41525a-3039-424d-91e7-ffe03af261be" providerId="AD" clId="Web-{5DA92BDB-245F-3B6D-C621-3E8AE2798C8D}" dt="2026-04-12T21:25:12.270" v="439"/>
        <pc:sldMkLst>
          <pc:docMk/>
          <pc:sldMk cId="0" sldId="265"/>
        </pc:sldMkLst>
        <pc:spChg chg="del">
          <ac:chgData name="Yasukawa, Leica" userId="S::lyasukawa29@cmc.edu::dc41525a-3039-424d-91e7-ffe03af261be" providerId="AD" clId="Web-{5DA92BDB-245F-3B6D-C621-3E8AE2798C8D}" dt="2026-04-12T21:25:06.614" v="423"/>
          <ac:spMkLst>
            <pc:docMk/>
            <pc:sldMk cId="0" sldId="265"/>
            <ac:spMk id="7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6.614" v="422"/>
          <ac:spMkLst>
            <pc:docMk/>
            <pc:sldMk cId="0" sldId="265"/>
            <ac:spMk id="8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6.614" v="421"/>
          <ac:spMkLst>
            <pc:docMk/>
            <pc:sldMk cId="0" sldId="265"/>
            <ac:spMk id="9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6.614" v="420"/>
          <ac:spMkLst>
            <pc:docMk/>
            <pc:sldMk cId="0" sldId="265"/>
            <ac:spMk id="10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6.614" v="419"/>
          <ac:spMkLst>
            <pc:docMk/>
            <pc:sldMk cId="0" sldId="265"/>
            <ac:spMk id="11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6.614" v="41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6.614" v="417"/>
          <ac:spMkLst>
            <pc:docMk/>
            <pc:sldMk cId="0" sldId="265"/>
            <ac:spMk id="13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6.614" v="416"/>
          <ac:spMkLst>
            <pc:docMk/>
            <pc:sldMk cId="0" sldId="265"/>
            <ac:spMk id="14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6.614" v="415"/>
          <ac:spMkLst>
            <pc:docMk/>
            <pc:sldMk cId="0" sldId="265"/>
            <ac:spMk id="15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6.614" v="414"/>
          <ac:spMkLst>
            <pc:docMk/>
            <pc:sldMk cId="0" sldId="265"/>
            <ac:spMk id="16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6.614" v="413"/>
          <ac:spMkLst>
            <pc:docMk/>
            <pc:sldMk cId="0" sldId="265"/>
            <ac:spMk id="17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6.614" v="412"/>
          <ac:spMkLst>
            <pc:docMk/>
            <pc:sldMk cId="0" sldId="265"/>
            <ac:spMk id="18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6.614" v="411"/>
          <ac:spMkLst>
            <pc:docMk/>
            <pc:sldMk cId="0" sldId="265"/>
            <ac:spMk id="19" creationId="{00000000-0000-0000-0000-000000000000}"/>
          </ac:spMkLst>
        </pc:spChg>
      </pc:sldChg>
      <pc:sldChg chg="del">
        <pc:chgData name="Yasukawa, Leica" userId="S::lyasukawa29@cmc.edu::dc41525a-3039-424d-91e7-ffe03af261be" providerId="AD" clId="Web-{5DA92BDB-245F-3B6D-C621-3E8AE2798C8D}" dt="2026-04-12T21:25:36.865" v="510"/>
        <pc:sldMkLst>
          <pc:docMk/>
          <pc:sldMk cId="0" sldId="266"/>
        </pc:sldMkLst>
      </pc:sldChg>
      <pc:sldChg chg="del">
        <pc:chgData name="Yasukawa, Leica" userId="S::lyasukawa29@cmc.edu::dc41525a-3039-424d-91e7-ffe03af261be" providerId="AD" clId="Web-{5DA92BDB-245F-3B6D-C621-3E8AE2798C8D}" dt="2026-04-12T21:25:54.397" v="570"/>
        <pc:sldMkLst>
          <pc:docMk/>
          <pc:sldMk cId="0" sldId="267"/>
        </pc:sldMkLst>
      </pc:sldChg>
      <pc:sldChg chg="delSp del">
        <pc:chgData name="Yasukawa, Leica" userId="S::lyasukawa29@cmc.edu::dc41525a-3039-424d-91e7-ffe03af261be" providerId="AD" clId="Web-{5DA92BDB-245F-3B6D-C621-3E8AE2798C8D}" dt="2026-04-12T21:26:23.977" v="592"/>
        <pc:sldMkLst>
          <pc:docMk/>
          <pc:sldMk cId="0" sldId="268"/>
        </pc:sldMkLst>
        <pc:spChg chg="del">
          <ac:chgData name="Yasukawa, Leica" userId="S::lyasukawa29@cmc.edu::dc41525a-3039-424d-91e7-ffe03af261be" providerId="AD" clId="Web-{5DA92BDB-245F-3B6D-C621-3E8AE2798C8D}" dt="2026-04-12T21:26:19.508" v="590"/>
          <ac:spMkLst>
            <pc:docMk/>
            <pc:sldMk cId="0" sldId="268"/>
            <ac:spMk id="7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19.508" v="589"/>
          <ac:spMkLst>
            <pc:docMk/>
            <pc:sldMk cId="0" sldId="268"/>
            <ac:spMk id="8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19.508" v="588"/>
          <ac:spMkLst>
            <pc:docMk/>
            <pc:sldMk cId="0" sldId="268"/>
            <ac:spMk id="9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19.508" v="587"/>
          <ac:spMkLst>
            <pc:docMk/>
            <pc:sldMk cId="0" sldId="268"/>
            <ac:spMk id="10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19.508" v="586"/>
          <ac:spMkLst>
            <pc:docMk/>
            <pc:sldMk cId="0" sldId="268"/>
            <ac:spMk id="11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19.508" v="585"/>
          <ac:spMkLst>
            <pc:docMk/>
            <pc:sldMk cId="0" sldId="268"/>
            <ac:spMk id="12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19.508" v="584"/>
          <ac:spMkLst>
            <pc:docMk/>
            <pc:sldMk cId="0" sldId="268"/>
            <ac:spMk id="13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19.508" v="583"/>
          <ac:spMkLst>
            <pc:docMk/>
            <pc:sldMk cId="0" sldId="268"/>
            <ac:spMk id="14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19.508" v="582"/>
          <ac:spMkLst>
            <pc:docMk/>
            <pc:sldMk cId="0" sldId="268"/>
            <ac:spMk id="15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19.508" v="581"/>
          <ac:spMkLst>
            <pc:docMk/>
            <pc:sldMk cId="0" sldId="268"/>
            <ac:spMk id="16" creationId="{00000000-0000-0000-0000-000000000000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19.508" v="580"/>
          <ac:spMkLst>
            <pc:docMk/>
            <pc:sldMk cId="0" sldId="268"/>
            <ac:spMk id="17" creationId="{00000000-0000-0000-0000-000000000000}"/>
          </ac:spMkLst>
        </pc:spChg>
      </pc:sldChg>
      <pc:sldChg chg="del">
        <pc:chgData name="Yasukawa, Leica" userId="S::lyasukawa29@cmc.edu::dc41525a-3039-424d-91e7-ffe03af261be" providerId="AD" clId="Web-{5DA92BDB-245F-3B6D-C621-3E8AE2798C8D}" dt="2026-04-12T21:26:42.852" v="623"/>
        <pc:sldMkLst>
          <pc:docMk/>
          <pc:sldMk cId="0" sldId="269"/>
        </pc:sldMkLst>
      </pc:sldChg>
      <pc:sldChg chg="addSp delSp modSp add replId">
        <pc:chgData name="Yasukawa, Leica" userId="S::lyasukawa29@cmc.edu::dc41525a-3039-424d-91e7-ffe03af261be" providerId="AD" clId="Web-{5DA92BDB-245F-3B6D-C621-3E8AE2798C8D}" dt="2026-04-12T21:20:55.240" v="76"/>
        <pc:sldMkLst>
          <pc:docMk/>
          <pc:sldMk cId="3840123502" sldId="273"/>
        </pc:sldMkLst>
        <pc:spChg chg="mod">
          <ac:chgData name="Yasukawa, Leica" userId="S::lyasukawa29@cmc.edu::dc41525a-3039-424d-91e7-ffe03af261be" providerId="AD" clId="Web-{5DA92BDB-245F-3B6D-C621-3E8AE2798C8D}" dt="2026-04-12T21:20:30.865" v="7" actId="20577"/>
          <ac:spMkLst>
            <pc:docMk/>
            <pc:sldMk cId="3840123502" sldId="273"/>
            <ac:spMk id="3" creationId="{336C278F-511D-C563-5C47-47F103FE6D18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803" v="46"/>
          <ac:spMkLst>
            <pc:docMk/>
            <pc:sldMk cId="3840123502" sldId="273"/>
            <ac:spMk id="4" creationId="{98520AB8-50A7-E806-C50F-6B485C2F2498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818" v="47"/>
          <ac:spMkLst>
            <pc:docMk/>
            <pc:sldMk cId="3840123502" sldId="273"/>
            <ac:spMk id="6" creationId="{058ABD7D-C83C-7010-6826-6701D763DC6D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0:41.052" v="45"/>
          <ac:spMkLst>
            <pc:docMk/>
            <pc:sldMk cId="3840123502" sldId="273"/>
            <ac:spMk id="7" creationId="{1D4E36AC-F5CD-87C9-4A00-43723D334B56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0:41.052" v="44"/>
          <ac:spMkLst>
            <pc:docMk/>
            <pc:sldMk cId="3840123502" sldId="273"/>
            <ac:spMk id="8" creationId="{0EB57DD3-8D47-EA1A-2ECC-CA1EB2894E12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0:41.052" v="43"/>
          <ac:spMkLst>
            <pc:docMk/>
            <pc:sldMk cId="3840123502" sldId="273"/>
            <ac:spMk id="9" creationId="{1CAE8FFE-5A98-7F2B-A79B-7C0CBFD019D0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0:41.052" v="42"/>
          <ac:spMkLst>
            <pc:docMk/>
            <pc:sldMk cId="3840123502" sldId="273"/>
            <ac:spMk id="10" creationId="{46277D19-B148-459B-D8E6-B09F0C83B5E8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0:41.052" v="41"/>
          <ac:spMkLst>
            <pc:docMk/>
            <pc:sldMk cId="3840123502" sldId="273"/>
            <ac:spMk id="11" creationId="{5BFF3004-BB1C-D0D1-89CD-E44AD9E6D14F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0:41.052" v="40"/>
          <ac:spMkLst>
            <pc:docMk/>
            <pc:sldMk cId="3840123502" sldId="273"/>
            <ac:spMk id="12" creationId="{25B8CBF3-EF02-E39C-5769-4C66F5A0B262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0:41.052" v="39"/>
          <ac:spMkLst>
            <pc:docMk/>
            <pc:sldMk cId="3840123502" sldId="273"/>
            <ac:spMk id="13" creationId="{08EAEE5D-A342-42D8-0F99-892FFDCB1CC6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0:41.052" v="38"/>
          <ac:spMkLst>
            <pc:docMk/>
            <pc:sldMk cId="3840123502" sldId="273"/>
            <ac:spMk id="14" creationId="{48056866-BA37-7E8A-C42B-90F7F39B4A4E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0:41.052" v="37"/>
          <ac:spMkLst>
            <pc:docMk/>
            <pc:sldMk cId="3840123502" sldId="273"/>
            <ac:spMk id="15" creationId="{1A56E8A4-7726-081C-AB96-7A4FD9B7805E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0:41.052" v="36"/>
          <ac:spMkLst>
            <pc:docMk/>
            <pc:sldMk cId="3840123502" sldId="273"/>
            <ac:spMk id="16" creationId="{71EBD8DB-F9FB-440E-0282-B259B75D3676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0:41.052" v="35"/>
          <ac:spMkLst>
            <pc:docMk/>
            <pc:sldMk cId="3840123502" sldId="273"/>
            <ac:spMk id="17" creationId="{D69A4CD1-0CD2-1613-B55A-C96809D054A1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0:41.052" v="34"/>
          <ac:spMkLst>
            <pc:docMk/>
            <pc:sldMk cId="3840123502" sldId="273"/>
            <ac:spMk id="18" creationId="{76791CB4-5412-FFD4-CC41-85402DAB0DB4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818" v="48"/>
          <ac:spMkLst>
            <pc:docMk/>
            <pc:sldMk cId="3840123502" sldId="273"/>
            <ac:spMk id="20" creationId="{0934778A-FE12-DD91-89B4-404F22A223A9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834" v="49"/>
          <ac:spMkLst>
            <pc:docMk/>
            <pc:sldMk cId="3840123502" sldId="273"/>
            <ac:spMk id="22" creationId="{04A6280B-C466-466F-1B70-6AB82DFFD8EF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849" v="50"/>
          <ac:spMkLst>
            <pc:docMk/>
            <pc:sldMk cId="3840123502" sldId="273"/>
            <ac:spMk id="24" creationId="{9A969F58-E5CC-5B33-7CAB-C3ACF35AD462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849" v="51"/>
          <ac:spMkLst>
            <pc:docMk/>
            <pc:sldMk cId="3840123502" sldId="273"/>
            <ac:spMk id="26" creationId="{E7C80458-A6AD-B50B-F4EB-C9DFCCFE81DF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865" v="52"/>
          <ac:spMkLst>
            <pc:docMk/>
            <pc:sldMk cId="3840123502" sldId="273"/>
            <ac:spMk id="28" creationId="{A510CF61-289B-4200-9579-EFD54D46F459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865" v="53"/>
          <ac:spMkLst>
            <pc:docMk/>
            <pc:sldMk cId="3840123502" sldId="273"/>
            <ac:spMk id="30" creationId="{EBE009D3-3B31-A396-482D-5E4D17186D29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881" v="54"/>
          <ac:spMkLst>
            <pc:docMk/>
            <pc:sldMk cId="3840123502" sldId="273"/>
            <ac:spMk id="32" creationId="{52FD5896-E9D6-426B-3430-AC0BBC06E524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896" v="55"/>
          <ac:spMkLst>
            <pc:docMk/>
            <pc:sldMk cId="3840123502" sldId="273"/>
            <ac:spMk id="37" creationId="{148319AA-65B4-2840-2761-B291C23C4BE8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896" v="56"/>
          <ac:spMkLst>
            <pc:docMk/>
            <pc:sldMk cId="3840123502" sldId="273"/>
            <ac:spMk id="39" creationId="{4C3E14DA-21FE-8849-774D-025ADECAA39F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912" v="57"/>
          <ac:spMkLst>
            <pc:docMk/>
            <pc:sldMk cId="3840123502" sldId="273"/>
            <ac:spMk id="41" creationId="{6DA035BD-89B1-3AE5-7FD4-F98ED725CE4F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928" v="58"/>
          <ac:spMkLst>
            <pc:docMk/>
            <pc:sldMk cId="3840123502" sldId="273"/>
            <ac:spMk id="43" creationId="{FF05CA96-C7BC-7581-7658-2DD3EB79BDBD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943" v="59"/>
          <ac:spMkLst>
            <pc:docMk/>
            <pc:sldMk cId="3840123502" sldId="273"/>
            <ac:spMk id="45" creationId="{EE05FD60-94E8-3228-36C5-1A0603EAD676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943" v="60"/>
          <ac:spMkLst>
            <pc:docMk/>
            <pc:sldMk cId="3840123502" sldId="273"/>
            <ac:spMk id="47" creationId="{0686EE1F-FEB4-5622-9DD3-4322DE4FE2DC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959" v="61"/>
          <ac:spMkLst>
            <pc:docMk/>
            <pc:sldMk cId="3840123502" sldId="273"/>
            <ac:spMk id="49" creationId="{B159C825-69FB-A8EE-E8CC-C6492C74D77C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974" v="62"/>
          <ac:spMkLst>
            <pc:docMk/>
            <pc:sldMk cId="3840123502" sldId="273"/>
            <ac:spMk id="51" creationId="{90D2FE75-3E1C-FC04-C5A6-62C7E09C3B1C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4.990" v="63"/>
          <ac:spMkLst>
            <pc:docMk/>
            <pc:sldMk cId="3840123502" sldId="273"/>
            <ac:spMk id="53" creationId="{784C345F-3412-0278-BDC1-40120973B3B2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5.006" v="64"/>
          <ac:spMkLst>
            <pc:docMk/>
            <pc:sldMk cId="3840123502" sldId="273"/>
            <ac:spMk id="55" creationId="{398E33A6-4540-B20D-975B-8F597C8134FB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5.021" v="65"/>
          <ac:spMkLst>
            <pc:docMk/>
            <pc:sldMk cId="3840123502" sldId="273"/>
            <ac:spMk id="57" creationId="{3FD932F3-921E-77EE-EEED-54A09F1EDAE7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5.037" v="66"/>
          <ac:spMkLst>
            <pc:docMk/>
            <pc:sldMk cId="3840123502" sldId="273"/>
            <ac:spMk id="59" creationId="{27A89D46-4896-7BE0-5BBD-B69F535D5E53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5.053" v="67"/>
          <ac:spMkLst>
            <pc:docMk/>
            <pc:sldMk cId="3840123502" sldId="273"/>
            <ac:spMk id="61" creationId="{BEBB8E29-3641-E310-E20F-D8AE0547EBB5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5.068" v="68"/>
          <ac:spMkLst>
            <pc:docMk/>
            <pc:sldMk cId="3840123502" sldId="273"/>
            <ac:spMk id="63" creationId="{73F2AC8F-7393-97A7-8E62-30DDF220B994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5.084" v="69"/>
          <ac:spMkLst>
            <pc:docMk/>
            <pc:sldMk cId="3840123502" sldId="273"/>
            <ac:spMk id="65" creationId="{54A8C306-758C-91E9-841D-57ABC4A8590F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5.099" v="70"/>
          <ac:spMkLst>
            <pc:docMk/>
            <pc:sldMk cId="3840123502" sldId="273"/>
            <ac:spMk id="67" creationId="{54C02C8F-3985-E962-5677-17F4D2080D15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5.115" v="71"/>
          <ac:spMkLst>
            <pc:docMk/>
            <pc:sldMk cId="3840123502" sldId="273"/>
            <ac:spMk id="69" creationId="{0D478601-D82D-CDD2-40DD-403DDD8709EF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5.131" v="72"/>
          <ac:spMkLst>
            <pc:docMk/>
            <pc:sldMk cId="3840123502" sldId="273"/>
            <ac:spMk id="71" creationId="{AB35BF51-48B8-2C33-94D9-BA19E418330B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5.162" v="73"/>
          <ac:spMkLst>
            <pc:docMk/>
            <pc:sldMk cId="3840123502" sldId="273"/>
            <ac:spMk id="73" creationId="{5BBB41AA-3EF0-A0ED-E4A2-20A4708E0809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5.178" v="74"/>
          <ac:spMkLst>
            <pc:docMk/>
            <pc:sldMk cId="3840123502" sldId="273"/>
            <ac:spMk id="75" creationId="{80E82A5F-D90F-718F-AC0A-0BACBB6DD3E6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5.193" v="75"/>
          <ac:spMkLst>
            <pc:docMk/>
            <pc:sldMk cId="3840123502" sldId="273"/>
            <ac:spMk id="77" creationId="{2FCFC7BF-E69E-2291-521C-7C678B467DE4}"/>
          </ac:spMkLst>
        </pc:spChg>
        <pc:spChg chg="add">
          <ac:chgData name="Yasukawa, Leica" userId="S::lyasukawa29@cmc.edu::dc41525a-3039-424d-91e7-ffe03af261be" providerId="AD" clId="Web-{5DA92BDB-245F-3B6D-C621-3E8AE2798C8D}" dt="2026-04-12T21:20:55.240" v="76"/>
          <ac:spMkLst>
            <pc:docMk/>
            <pc:sldMk cId="3840123502" sldId="273"/>
            <ac:spMk id="79" creationId="{542C064A-99F7-73C3-A160-67EC877C0E44}"/>
          </ac:spMkLst>
        </pc:spChg>
        <pc:cxnChg chg="add del">
          <ac:chgData name="Yasukawa, Leica" userId="S::lyasukawa29@cmc.edu::dc41525a-3039-424d-91e7-ffe03af261be" providerId="AD" clId="Web-{5DA92BDB-245F-3B6D-C621-3E8AE2798C8D}" dt="2026-04-12T21:20:38.271" v="21"/>
          <ac:cxnSpMkLst>
            <pc:docMk/>
            <pc:sldMk cId="3840123502" sldId="273"/>
            <ac:cxnSpMk id="35" creationId="{A25EBF53-1A29-6394-707A-B57404DD1B08}"/>
          </ac:cxnSpMkLst>
        </pc:cxnChg>
      </pc:sldChg>
      <pc:sldChg chg="addSp delSp modSp add replId">
        <pc:chgData name="Yasukawa, Leica" userId="S::lyasukawa29@cmc.edu::dc41525a-3039-424d-91e7-ffe03af261be" providerId="AD" clId="Web-{5DA92BDB-245F-3B6D-C621-3E8AE2798C8D}" dt="2026-04-12T21:21:33.397" v="225"/>
        <pc:sldMkLst>
          <pc:docMk/>
          <pc:sldMk cId="3959130083" sldId="274"/>
        </pc:sldMkLst>
        <pc:spChg chg="mod">
          <ac:chgData name="Yasukawa, Leica" userId="S::lyasukawa29@cmc.edu::dc41525a-3039-424d-91e7-ffe03af261be" providerId="AD" clId="Web-{5DA92BDB-245F-3B6D-C621-3E8AE2798C8D}" dt="2026-04-12T21:21:20.287" v="86" actId="20577"/>
          <ac:spMkLst>
            <pc:docMk/>
            <pc:sldMk cId="3959130083" sldId="274"/>
            <ac:spMk id="3" creationId="{AFAAD6C8-B441-C4ED-DF65-FA2B51FA4704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89"/>
          <ac:spMkLst>
            <pc:docMk/>
            <pc:sldMk cId="3959130083" sldId="274"/>
            <ac:spMk id="4" creationId="{BE798249-D91A-DAF1-0FAB-D154D9AA773B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58"/>
          <ac:spMkLst>
            <pc:docMk/>
            <pc:sldMk cId="3959130083" sldId="274"/>
            <ac:spMk id="5" creationId="{2688CFD1-6244-C910-55DB-5102233EDE6A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88"/>
          <ac:spMkLst>
            <pc:docMk/>
            <pc:sldMk cId="3959130083" sldId="274"/>
            <ac:spMk id="6" creationId="{53333F73-5518-05A9-0F55-9C4EA2F35EDE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57"/>
          <ac:spMkLst>
            <pc:docMk/>
            <pc:sldMk cId="3959130083" sldId="274"/>
            <ac:spMk id="8" creationId="{AE381C68-248F-61E3-8CF6-CDE48093BD98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56"/>
          <ac:spMkLst>
            <pc:docMk/>
            <pc:sldMk cId="3959130083" sldId="274"/>
            <ac:spMk id="10" creationId="{F8E141B3-0FA0-7FB3-ED21-7988B7B65EF0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55"/>
          <ac:spMkLst>
            <pc:docMk/>
            <pc:sldMk cId="3959130083" sldId="274"/>
            <ac:spMk id="12" creationId="{F5E87DD4-8754-19AE-F4ED-2B6BB3F8BC0B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54"/>
          <ac:spMkLst>
            <pc:docMk/>
            <pc:sldMk cId="3959130083" sldId="274"/>
            <ac:spMk id="14" creationId="{4426FE98-2462-AA1D-B017-2B773621B989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53"/>
          <ac:spMkLst>
            <pc:docMk/>
            <pc:sldMk cId="3959130083" sldId="274"/>
            <ac:spMk id="16" creationId="{28ADE3D1-80A6-D269-CC61-6BC22FCF5861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52"/>
          <ac:spMkLst>
            <pc:docMk/>
            <pc:sldMk cId="3959130083" sldId="274"/>
            <ac:spMk id="18" creationId="{34C1E536-6D71-FB4C-91AE-71959BE1C9E7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87"/>
          <ac:spMkLst>
            <pc:docMk/>
            <pc:sldMk cId="3959130083" sldId="274"/>
            <ac:spMk id="20" creationId="{6AF8F863-5FE8-906C-E858-F4A79FCD0E45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51"/>
          <ac:spMkLst>
            <pc:docMk/>
            <pc:sldMk cId="3959130083" sldId="274"/>
            <ac:spMk id="21" creationId="{BB3751CF-ED5D-80A8-3092-A96653A4C6BA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86"/>
          <ac:spMkLst>
            <pc:docMk/>
            <pc:sldMk cId="3959130083" sldId="274"/>
            <ac:spMk id="22" creationId="{A1EFDCAC-E8EF-4E10-C1F2-CD7ADB38C72F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85"/>
          <ac:spMkLst>
            <pc:docMk/>
            <pc:sldMk cId="3959130083" sldId="274"/>
            <ac:spMk id="24" creationId="{A2936A20-38D0-7CFE-F73D-2664847071E3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50"/>
          <ac:spMkLst>
            <pc:docMk/>
            <pc:sldMk cId="3959130083" sldId="274"/>
            <ac:spMk id="25" creationId="{DBA0B539-F841-FF12-769D-E038006DB853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84"/>
          <ac:spMkLst>
            <pc:docMk/>
            <pc:sldMk cId="3959130083" sldId="274"/>
            <ac:spMk id="26" creationId="{FDE49F0C-8A1C-A0F6-EB4A-0FF69E323C06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83"/>
          <ac:spMkLst>
            <pc:docMk/>
            <pc:sldMk cId="3959130083" sldId="274"/>
            <ac:spMk id="28" creationId="{D2FC2A68-F26E-4D74-22AF-619DF64DC17B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49"/>
          <ac:spMkLst>
            <pc:docMk/>
            <pc:sldMk cId="3959130083" sldId="274"/>
            <ac:spMk id="29" creationId="{16ECEB66-9152-6A70-6BBD-7603F16055AB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82"/>
          <ac:spMkLst>
            <pc:docMk/>
            <pc:sldMk cId="3959130083" sldId="274"/>
            <ac:spMk id="30" creationId="{6DED4EB5-698E-F454-A133-DA964997648D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81"/>
          <ac:spMkLst>
            <pc:docMk/>
            <pc:sldMk cId="3959130083" sldId="274"/>
            <ac:spMk id="32" creationId="{22A65E11-C29A-C2D9-43B8-89299E47D2B6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48"/>
          <ac:spMkLst>
            <pc:docMk/>
            <pc:sldMk cId="3959130083" sldId="274"/>
            <ac:spMk id="34" creationId="{EA4E495F-90D4-EEBA-8301-7DD6FC56B29C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80"/>
          <ac:spMkLst>
            <pc:docMk/>
            <pc:sldMk cId="3959130083" sldId="274"/>
            <ac:spMk id="37" creationId="{63BB23D1-02BA-1AB4-DCF3-BE0A5FDA11FC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79"/>
          <ac:spMkLst>
            <pc:docMk/>
            <pc:sldMk cId="3959130083" sldId="274"/>
            <ac:spMk id="39" creationId="{B3E94DB3-DF27-48E5-24C0-F5D31B6C7B59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47"/>
          <ac:spMkLst>
            <pc:docMk/>
            <pc:sldMk cId="3959130083" sldId="274"/>
            <ac:spMk id="40" creationId="{A515852B-6E58-E498-0409-F93D00D54522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78"/>
          <ac:spMkLst>
            <pc:docMk/>
            <pc:sldMk cId="3959130083" sldId="274"/>
            <ac:spMk id="41" creationId="{8B860DE9-2204-A9D0-B628-F9918CF55893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77"/>
          <ac:spMkLst>
            <pc:docMk/>
            <pc:sldMk cId="3959130083" sldId="274"/>
            <ac:spMk id="43" creationId="{6D802A82-A74F-02AA-9A0E-391BA72998AA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46"/>
          <ac:spMkLst>
            <pc:docMk/>
            <pc:sldMk cId="3959130083" sldId="274"/>
            <ac:spMk id="44" creationId="{94A952D8-7F98-C489-C9F6-6D895511D284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76"/>
          <ac:spMkLst>
            <pc:docMk/>
            <pc:sldMk cId="3959130083" sldId="274"/>
            <ac:spMk id="45" creationId="{63D0C5A3-1EAF-45B1-0FFF-1066CEFE8E66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75"/>
          <ac:spMkLst>
            <pc:docMk/>
            <pc:sldMk cId="3959130083" sldId="274"/>
            <ac:spMk id="47" creationId="{70AFBFA7-592D-C01B-F3D5-FD1BB016FA3A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45"/>
          <ac:spMkLst>
            <pc:docMk/>
            <pc:sldMk cId="3959130083" sldId="274"/>
            <ac:spMk id="48" creationId="{97D68300-E96A-FA45-E7ED-5453869239D6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74"/>
          <ac:spMkLst>
            <pc:docMk/>
            <pc:sldMk cId="3959130083" sldId="274"/>
            <ac:spMk id="49" creationId="{499D58C0-C677-2986-3500-23C2E8ABA55B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73"/>
          <ac:spMkLst>
            <pc:docMk/>
            <pc:sldMk cId="3959130083" sldId="274"/>
            <ac:spMk id="51" creationId="{F4B2F206-E7CD-421D-82A7-F2658717DC16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44"/>
          <ac:spMkLst>
            <pc:docMk/>
            <pc:sldMk cId="3959130083" sldId="274"/>
            <ac:spMk id="52" creationId="{102CE345-5517-2505-43F3-01465D50A17D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72"/>
          <ac:spMkLst>
            <pc:docMk/>
            <pc:sldMk cId="3959130083" sldId="274"/>
            <ac:spMk id="53" creationId="{F8BC0BDD-0354-412D-712B-261938A6FC97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71"/>
          <ac:spMkLst>
            <pc:docMk/>
            <pc:sldMk cId="3959130083" sldId="274"/>
            <ac:spMk id="55" creationId="{97E406D2-2B25-8F05-271C-73E91C08CC00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43"/>
          <ac:spMkLst>
            <pc:docMk/>
            <pc:sldMk cId="3959130083" sldId="274"/>
            <ac:spMk id="56" creationId="{681A854A-0970-FB63-09CB-7C52F65111A3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70"/>
          <ac:spMkLst>
            <pc:docMk/>
            <pc:sldMk cId="3959130083" sldId="274"/>
            <ac:spMk id="57" creationId="{EB304EB8-23A2-F7EF-E476-DA73D6B70CC0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69"/>
          <ac:spMkLst>
            <pc:docMk/>
            <pc:sldMk cId="3959130083" sldId="274"/>
            <ac:spMk id="59" creationId="{92C87799-7C8D-6378-0F04-9AE96A192A56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68"/>
          <ac:spMkLst>
            <pc:docMk/>
            <pc:sldMk cId="3959130083" sldId="274"/>
            <ac:spMk id="61" creationId="{6FCE471A-E4FB-A078-4780-45B6C1B3B8C3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67"/>
          <ac:spMkLst>
            <pc:docMk/>
            <pc:sldMk cId="3959130083" sldId="274"/>
            <ac:spMk id="63" creationId="{20CE483F-8912-BB71-99B5-C86A8A39A095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66"/>
          <ac:spMkLst>
            <pc:docMk/>
            <pc:sldMk cId="3959130083" sldId="274"/>
            <ac:spMk id="65" creationId="{AFEAF47C-46F6-4582-222E-52BBB32BCECA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65"/>
          <ac:spMkLst>
            <pc:docMk/>
            <pc:sldMk cId="3959130083" sldId="274"/>
            <ac:spMk id="67" creationId="{49D808F4-E32A-4E5C-D0FC-67C5BAFDEAA8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64"/>
          <ac:spMkLst>
            <pc:docMk/>
            <pc:sldMk cId="3959130083" sldId="274"/>
            <ac:spMk id="69" creationId="{B5D7D669-EC68-41A7-E462-902F97764E10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63"/>
          <ac:spMkLst>
            <pc:docMk/>
            <pc:sldMk cId="3959130083" sldId="274"/>
            <ac:spMk id="71" creationId="{A6B18C99-1EA8-AA53-DA11-205879C002DF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62"/>
          <ac:spMkLst>
            <pc:docMk/>
            <pc:sldMk cId="3959130083" sldId="274"/>
            <ac:spMk id="73" creationId="{00225B89-37EE-2FA3-B0BE-2CE749620EE1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53" v="161"/>
          <ac:spMkLst>
            <pc:docMk/>
            <pc:sldMk cId="3959130083" sldId="274"/>
            <ac:spMk id="75" creationId="{9795C3AD-C22A-BCE0-070E-184CCBCE5AEF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38"/>
          <ac:spMkLst>
            <pc:docMk/>
            <pc:sldMk cId="3959130083" sldId="274"/>
            <ac:spMk id="76" creationId="{FC92EDD1-CF76-63DE-ED82-05C291B94083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37" v="160"/>
          <ac:spMkLst>
            <pc:docMk/>
            <pc:sldMk cId="3959130083" sldId="274"/>
            <ac:spMk id="77" creationId="{8CA31C4F-0B5A-B3FF-463F-3D4B7135EA67}"/>
          </ac:spMkLst>
        </pc:spChg>
        <pc:spChg chg="del">
          <ac:chgData name="Yasukawa, Leica" userId="S::lyasukawa29@cmc.edu::dc41525a-3039-424d-91e7-ffe03af261be" providerId="AD" clId="Web-{5DA92BDB-245F-3B6D-C621-3E8AE2798C8D}" dt="2026-04-12T21:21:32.037" v="159"/>
          <ac:spMkLst>
            <pc:docMk/>
            <pc:sldMk cId="3959130083" sldId="274"/>
            <ac:spMk id="79" creationId="{2407A61E-47C9-8F32-6766-681F9F1296DB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37"/>
          <ac:spMkLst>
            <pc:docMk/>
            <pc:sldMk cId="3959130083" sldId="274"/>
            <ac:spMk id="80" creationId="{533D5B07-8FEF-3466-0EF7-10C0BB15D6F4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36"/>
          <ac:spMkLst>
            <pc:docMk/>
            <pc:sldMk cId="3959130083" sldId="274"/>
            <ac:spMk id="82" creationId="{42D728C2-FC15-B6E3-F103-FB79506F0A31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97" v="135"/>
          <ac:spMkLst>
            <pc:docMk/>
            <pc:sldMk cId="3959130083" sldId="274"/>
            <ac:spMk id="84" creationId="{3E9A42E0-52CD-4913-0A7A-4A6D13B3CE79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81" v="134"/>
          <ac:spMkLst>
            <pc:docMk/>
            <pc:sldMk cId="3959130083" sldId="274"/>
            <ac:spMk id="86" creationId="{F93335BF-FFFD-6667-9B9B-C80CF00E10E9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81" v="133"/>
          <ac:spMkLst>
            <pc:docMk/>
            <pc:sldMk cId="3959130083" sldId="274"/>
            <ac:spMk id="88" creationId="{0B60CC9F-D2F0-F6CD-1B68-20B0920C941D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81" v="132"/>
          <ac:spMkLst>
            <pc:docMk/>
            <pc:sldMk cId="3959130083" sldId="274"/>
            <ac:spMk id="90" creationId="{F1FBBB34-E7E9-0DB6-2012-C0C93838CCE9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81" v="131"/>
          <ac:spMkLst>
            <pc:docMk/>
            <pc:sldMk cId="3959130083" sldId="274"/>
            <ac:spMk id="92" creationId="{6BA8B9ED-0934-C997-D5FC-FB0443C7F5DF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81" v="130"/>
          <ac:spMkLst>
            <pc:docMk/>
            <pc:sldMk cId="3959130083" sldId="274"/>
            <ac:spMk id="94" creationId="{23311123-12CB-1CE7-F6B2-8255CA0196CD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81" v="129"/>
          <ac:spMkLst>
            <pc:docMk/>
            <pc:sldMk cId="3959130083" sldId="274"/>
            <ac:spMk id="96" creationId="{05B2A300-21C5-0042-403D-0FC4F4FBEFF3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81" v="128"/>
          <ac:spMkLst>
            <pc:docMk/>
            <pc:sldMk cId="3959130083" sldId="274"/>
            <ac:spMk id="98" creationId="{99661425-BD7B-9130-7503-B78CAF2E575B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81" v="127"/>
          <ac:spMkLst>
            <pc:docMk/>
            <pc:sldMk cId="3959130083" sldId="274"/>
            <ac:spMk id="100" creationId="{50671D90-DAC9-48E2-D86F-F1E53B9006BD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81" v="126"/>
          <ac:spMkLst>
            <pc:docMk/>
            <pc:sldMk cId="3959130083" sldId="274"/>
            <ac:spMk id="102" creationId="{9C1CED25-05F1-085F-6B61-8B0C60405A7F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81" v="125"/>
          <ac:spMkLst>
            <pc:docMk/>
            <pc:sldMk cId="3959130083" sldId="274"/>
            <ac:spMk id="104" creationId="{4524E74F-E0BD-DC0B-30F9-9CFB0443D84F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81" v="124"/>
          <ac:spMkLst>
            <pc:docMk/>
            <pc:sldMk cId="3959130083" sldId="274"/>
            <ac:spMk id="106" creationId="{8C50D2B7-191E-A07C-8B22-DDB64F708F34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1:30.381" v="123"/>
          <ac:spMkLst>
            <pc:docMk/>
            <pc:sldMk cId="3959130083" sldId="274"/>
            <ac:spMk id="108" creationId="{86A0B0E2-7A8A-0BCE-6285-6D5CDA862ABE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2.912" v="190"/>
          <ac:spMkLst>
            <pc:docMk/>
            <pc:sldMk cId="3959130083" sldId="274"/>
            <ac:spMk id="110" creationId="{EB03FF79-E19E-340C-161D-CDE0B51299F0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2.928" v="191"/>
          <ac:spMkLst>
            <pc:docMk/>
            <pc:sldMk cId="3959130083" sldId="274"/>
            <ac:spMk id="112" creationId="{E7DE691D-E5AA-8EFD-FE02-2F2DABE28F46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2.928" v="192"/>
          <ac:spMkLst>
            <pc:docMk/>
            <pc:sldMk cId="3959130083" sldId="274"/>
            <ac:spMk id="114" creationId="{41855CE1-8881-C091-B9B2-E6BB4832EBB2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2.928" v="193"/>
          <ac:spMkLst>
            <pc:docMk/>
            <pc:sldMk cId="3959130083" sldId="274"/>
            <ac:spMk id="116" creationId="{4D30311A-55A1-FC28-6FFC-7B631DE43908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2.944" v="194"/>
          <ac:spMkLst>
            <pc:docMk/>
            <pc:sldMk cId="3959130083" sldId="274"/>
            <ac:spMk id="118" creationId="{EB375E5E-A571-FDBA-DD04-FF93172FDF72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2.959" v="195"/>
          <ac:spMkLst>
            <pc:docMk/>
            <pc:sldMk cId="3959130083" sldId="274"/>
            <ac:spMk id="120" creationId="{BD09A2D5-B66F-3766-14D5-37DADF995479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2.959" v="196"/>
          <ac:spMkLst>
            <pc:docMk/>
            <pc:sldMk cId="3959130083" sldId="274"/>
            <ac:spMk id="122" creationId="{AB3DA847-FDE6-73BF-5283-D9F3E067AD2F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2.975" v="197"/>
          <ac:spMkLst>
            <pc:docMk/>
            <pc:sldMk cId="3959130083" sldId="274"/>
            <ac:spMk id="124" creationId="{88773069-F480-DF2C-2057-8F35ACE555F7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2.990" v="198"/>
          <ac:spMkLst>
            <pc:docMk/>
            <pc:sldMk cId="3959130083" sldId="274"/>
            <ac:spMk id="126" creationId="{AD448C86-A4AE-1B45-1393-1B893FD642DC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2.990" v="199"/>
          <ac:spMkLst>
            <pc:docMk/>
            <pc:sldMk cId="3959130083" sldId="274"/>
            <ac:spMk id="128" creationId="{C3016771-00EB-4077-245A-75955E7BD45F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006" v="200"/>
          <ac:spMkLst>
            <pc:docMk/>
            <pc:sldMk cId="3959130083" sldId="274"/>
            <ac:spMk id="130" creationId="{FD4B8DE9-9606-95B0-8748-3FF68344F538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022" v="201"/>
          <ac:spMkLst>
            <pc:docMk/>
            <pc:sldMk cId="3959130083" sldId="274"/>
            <ac:spMk id="132" creationId="{5D4F8086-DC1B-2643-3337-D2E5F50B049D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022" v="202"/>
          <ac:spMkLst>
            <pc:docMk/>
            <pc:sldMk cId="3959130083" sldId="274"/>
            <ac:spMk id="134" creationId="{6A2A1AD4-6095-A8D2-CDA6-89EED9A70A18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037" v="203"/>
          <ac:spMkLst>
            <pc:docMk/>
            <pc:sldMk cId="3959130083" sldId="274"/>
            <ac:spMk id="136" creationId="{F5018F81-B8C8-5674-B8BE-A1277247800C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053" v="204"/>
          <ac:spMkLst>
            <pc:docMk/>
            <pc:sldMk cId="3959130083" sldId="274"/>
            <ac:spMk id="138" creationId="{EAE14721-14FB-4CCB-3418-3D69D4FD58DF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069" v="205"/>
          <ac:spMkLst>
            <pc:docMk/>
            <pc:sldMk cId="3959130083" sldId="274"/>
            <ac:spMk id="140" creationId="{B2DDCDF3-1F81-21C8-DCE8-F56982B39648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131" v="210"/>
          <ac:spMkLst>
            <pc:docMk/>
            <pc:sldMk cId="3959130083" sldId="274"/>
            <ac:spMk id="150" creationId="{7F47EDAE-DB93-F051-EAF4-2AFB4DA2C794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147" v="211"/>
          <ac:spMkLst>
            <pc:docMk/>
            <pc:sldMk cId="3959130083" sldId="274"/>
            <ac:spMk id="152" creationId="{E4F72454-CC07-3B65-074C-E28E42D4CB8E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162" v="212"/>
          <ac:spMkLst>
            <pc:docMk/>
            <pc:sldMk cId="3959130083" sldId="274"/>
            <ac:spMk id="154" creationId="{057D1951-AD6A-2747-BF03-4BBAB9F98EB5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178" v="213"/>
          <ac:spMkLst>
            <pc:docMk/>
            <pc:sldMk cId="3959130083" sldId="274"/>
            <ac:spMk id="156" creationId="{1BE9F38A-0095-A9FC-7269-F9C8849E1092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194" v="214"/>
          <ac:spMkLst>
            <pc:docMk/>
            <pc:sldMk cId="3959130083" sldId="274"/>
            <ac:spMk id="158" creationId="{EAF1E266-F755-A290-98C2-CACB655CBF4B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209" v="215"/>
          <ac:spMkLst>
            <pc:docMk/>
            <pc:sldMk cId="3959130083" sldId="274"/>
            <ac:spMk id="160" creationId="{0B2BA9A6-58AD-3A44-56B1-35635BFA892E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225" v="216"/>
          <ac:spMkLst>
            <pc:docMk/>
            <pc:sldMk cId="3959130083" sldId="274"/>
            <ac:spMk id="162" creationId="{B10BD29C-2CE2-BD0A-CC4E-9A9E8218D468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240" v="217"/>
          <ac:spMkLst>
            <pc:docMk/>
            <pc:sldMk cId="3959130083" sldId="274"/>
            <ac:spMk id="164" creationId="{376DC5A7-6C2D-69AA-D146-1C4E4CB4E57B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256" v="218"/>
          <ac:spMkLst>
            <pc:docMk/>
            <pc:sldMk cId="3959130083" sldId="274"/>
            <ac:spMk id="166" creationId="{E4E31FAB-2525-059D-3CA7-D177A187371D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287" v="219"/>
          <ac:spMkLst>
            <pc:docMk/>
            <pc:sldMk cId="3959130083" sldId="274"/>
            <ac:spMk id="168" creationId="{4DC9B7C7-0CF3-2DA6-5E18-1A35013FE788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303" v="220"/>
          <ac:spMkLst>
            <pc:docMk/>
            <pc:sldMk cId="3959130083" sldId="274"/>
            <ac:spMk id="170" creationId="{9011E214-AC5F-F249-FB86-5A41F010EC99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319" v="221"/>
          <ac:spMkLst>
            <pc:docMk/>
            <pc:sldMk cId="3959130083" sldId="274"/>
            <ac:spMk id="172" creationId="{27DA9FFD-5CB0-0FCA-A13A-86806E5BE5A0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334" v="222"/>
          <ac:spMkLst>
            <pc:docMk/>
            <pc:sldMk cId="3959130083" sldId="274"/>
            <ac:spMk id="174" creationId="{33CB72CF-240A-3B81-B907-F89A47CA0DC1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365" v="223"/>
          <ac:spMkLst>
            <pc:docMk/>
            <pc:sldMk cId="3959130083" sldId="274"/>
            <ac:spMk id="176" creationId="{A19A98ED-E201-5E3F-C899-476428CF3FD7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381" v="224"/>
          <ac:spMkLst>
            <pc:docMk/>
            <pc:sldMk cId="3959130083" sldId="274"/>
            <ac:spMk id="178" creationId="{265BB4C1-117B-BE5D-5779-BCBEBF605DEF}"/>
          </ac:spMkLst>
        </pc:spChg>
        <pc:spChg chg="add">
          <ac:chgData name="Yasukawa, Leica" userId="S::lyasukawa29@cmc.edu::dc41525a-3039-424d-91e7-ffe03af261be" providerId="AD" clId="Web-{5DA92BDB-245F-3B6D-C621-3E8AE2798C8D}" dt="2026-04-12T21:21:33.397" v="225"/>
          <ac:spMkLst>
            <pc:docMk/>
            <pc:sldMk cId="3959130083" sldId="274"/>
            <ac:spMk id="180" creationId="{24586B68-75FB-89B7-2E13-3C31C21D79F2}"/>
          </ac:spMkLst>
        </pc:spChg>
        <pc:cxnChg chg="add del">
          <ac:chgData name="Yasukawa, Leica" userId="S::lyasukawa29@cmc.edu::dc41525a-3039-424d-91e7-ffe03af261be" providerId="AD" clId="Web-{5DA92BDB-245F-3B6D-C621-3E8AE2798C8D}" dt="2026-04-12T21:21:30.397" v="142"/>
          <ac:cxnSpMkLst>
            <pc:docMk/>
            <pc:sldMk cId="3959130083" sldId="274"/>
            <ac:cxnSpMk id="60" creationId="{B6D9A237-281F-6DD9-F098-5FC8AC97EAEE}"/>
          </ac:cxnSpMkLst>
        </pc:cxnChg>
        <pc:cxnChg chg="add del">
          <ac:chgData name="Yasukawa, Leica" userId="S::lyasukawa29@cmc.edu::dc41525a-3039-424d-91e7-ffe03af261be" providerId="AD" clId="Web-{5DA92BDB-245F-3B6D-C621-3E8AE2798C8D}" dt="2026-04-12T21:21:30.397" v="141"/>
          <ac:cxnSpMkLst>
            <pc:docMk/>
            <pc:sldMk cId="3959130083" sldId="274"/>
            <ac:cxnSpMk id="64" creationId="{AE743D1E-EE47-AAF1-99D1-BA2B000A1C69}"/>
          </ac:cxnSpMkLst>
        </pc:cxnChg>
        <pc:cxnChg chg="add del">
          <ac:chgData name="Yasukawa, Leica" userId="S::lyasukawa29@cmc.edu::dc41525a-3039-424d-91e7-ffe03af261be" providerId="AD" clId="Web-{5DA92BDB-245F-3B6D-C621-3E8AE2798C8D}" dt="2026-04-12T21:21:30.397" v="140"/>
          <ac:cxnSpMkLst>
            <pc:docMk/>
            <pc:sldMk cId="3959130083" sldId="274"/>
            <ac:cxnSpMk id="68" creationId="{D7DD6275-D35E-590F-A1FA-86FD337606A0}"/>
          </ac:cxnSpMkLst>
        </pc:cxnChg>
        <pc:cxnChg chg="add del">
          <ac:chgData name="Yasukawa, Leica" userId="S::lyasukawa29@cmc.edu::dc41525a-3039-424d-91e7-ffe03af261be" providerId="AD" clId="Web-{5DA92BDB-245F-3B6D-C621-3E8AE2798C8D}" dt="2026-04-12T21:21:30.397" v="139"/>
          <ac:cxnSpMkLst>
            <pc:docMk/>
            <pc:sldMk cId="3959130083" sldId="274"/>
            <ac:cxnSpMk id="72" creationId="{19EAAC34-DA51-55FE-5BCA-B841C68B47B2}"/>
          </ac:cxnSpMkLst>
        </pc:cxnChg>
        <pc:cxnChg chg="add">
          <ac:chgData name="Yasukawa, Leica" userId="S::lyasukawa29@cmc.edu::dc41525a-3039-424d-91e7-ffe03af261be" providerId="AD" clId="Web-{5DA92BDB-245F-3B6D-C621-3E8AE2798C8D}" dt="2026-04-12T21:21:33.069" v="206"/>
          <ac:cxnSpMkLst>
            <pc:docMk/>
            <pc:sldMk cId="3959130083" sldId="274"/>
            <ac:cxnSpMk id="142" creationId="{53248135-2F42-41E0-1C19-7CD9A87F47FA}"/>
          </ac:cxnSpMkLst>
        </pc:cxnChg>
        <pc:cxnChg chg="add">
          <ac:chgData name="Yasukawa, Leica" userId="S::lyasukawa29@cmc.edu::dc41525a-3039-424d-91e7-ffe03af261be" providerId="AD" clId="Web-{5DA92BDB-245F-3B6D-C621-3E8AE2798C8D}" dt="2026-04-12T21:21:33.084" v="207"/>
          <ac:cxnSpMkLst>
            <pc:docMk/>
            <pc:sldMk cId="3959130083" sldId="274"/>
            <ac:cxnSpMk id="144" creationId="{9274D945-1FED-E31E-D1C2-E15C6DCB0706}"/>
          </ac:cxnSpMkLst>
        </pc:cxnChg>
        <pc:cxnChg chg="add">
          <ac:chgData name="Yasukawa, Leica" userId="S::lyasukawa29@cmc.edu::dc41525a-3039-424d-91e7-ffe03af261be" providerId="AD" clId="Web-{5DA92BDB-245F-3B6D-C621-3E8AE2798C8D}" dt="2026-04-12T21:21:33.100" v="208"/>
          <ac:cxnSpMkLst>
            <pc:docMk/>
            <pc:sldMk cId="3959130083" sldId="274"/>
            <ac:cxnSpMk id="146" creationId="{E6BDE75A-4565-75A6-A50A-8A406127CACD}"/>
          </ac:cxnSpMkLst>
        </pc:cxnChg>
        <pc:cxnChg chg="add">
          <ac:chgData name="Yasukawa, Leica" userId="S::lyasukawa29@cmc.edu::dc41525a-3039-424d-91e7-ffe03af261be" providerId="AD" clId="Web-{5DA92BDB-245F-3B6D-C621-3E8AE2798C8D}" dt="2026-04-12T21:21:33.115" v="209"/>
          <ac:cxnSpMkLst>
            <pc:docMk/>
            <pc:sldMk cId="3959130083" sldId="274"/>
            <ac:cxnSpMk id="148" creationId="{3312D488-4FB8-9974-9FDC-2F1120B8F368}"/>
          </ac:cxnSpMkLst>
        </pc:cxnChg>
      </pc:sldChg>
      <pc:sldChg chg="new del">
        <pc:chgData name="Yasukawa, Leica" userId="S::lyasukawa29@cmc.edu::dc41525a-3039-424d-91e7-ffe03af261be" providerId="AD" clId="Web-{5DA92BDB-245F-3B6D-C621-3E8AE2798C8D}" dt="2026-04-12T21:21:44.288" v="228"/>
        <pc:sldMkLst>
          <pc:docMk/>
          <pc:sldMk cId="2191707291" sldId="275"/>
        </pc:sldMkLst>
      </pc:sldChg>
      <pc:sldChg chg="addSp delSp modSp add replId">
        <pc:chgData name="Yasukawa, Leica" userId="S::lyasukawa29@cmc.edu::dc41525a-3039-424d-91e7-ffe03af261be" providerId="AD" clId="Web-{5DA92BDB-245F-3B6D-C621-3E8AE2798C8D}" dt="2026-04-12T21:22:11.118" v="330"/>
        <pc:sldMkLst>
          <pc:docMk/>
          <pc:sldMk cId="3833360894" sldId="275"/>
        </pc:sldMkLst>
        <pc:spChg chg="mod">
          <ac:chgData name="Yasukawa, Leica" userId="S::lyasukawa29@cmc.edu::dc41525a-3039-424d-91e7-ffe03af261be" providerId="AD" clId="Web-{5DA92BDB-245F-3B6D-C621-3E8AE2798C8D}" dt="2026-04-12T21:21:59.758" v="249" actId="20577"/>
          <ac:spMkLst>
            <pc:docMk/>
            <pc:sldMk cId="3833360894" sldId="275"/>
            <ac:spMk id="3" creationId="{CE5E2BA6-DB2D-DE1F-2E66-2EB9317170C4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2:08.978" v="279"/>
          <ac:spMkLst>
            <pc:docMk/>
            <pc:sldMk cId="3833360894" sldId="275"/>
            <ac:spMk id="4" creationId="{9510E2FB-7B43-31D1-1116-C1ABF15CB6B7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2:08.978" v="278"/>
          <ac:spMkLst>
            <pc:docMk/>
            <pc:sldMk cId="3833360894" sldId="275"/>
            <ac:spMk id="6" creationId="{9395E527-74B5-A421-49A5-7A7FEC0970A9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2:08.978" v="277"/>
          <ac:spMkLst>
            <pc:docMk/>
            <pc:sldMk cId="3833360894" sldId="275"/>
            <ac:spMk id="8" creationId="{9A64BCF0-F91B-4238-6FA6-8DF247A1DDA7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2:08.978" v="276"/>
          <ac:spMkLst>
            <pc:docMk/>
            <pc:sldMk cId="3833360894" sldId="275"/>
            <ac:spMk id="10" creationId="{A637EF32-C47E-020A-6A0F-A7B93C3EEAFE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2:08.978" v="275"/>
          <ac:spMkLst>
            <pc:docMk/>
            <pc:sldMk cId="3833360894" sldId="275"/>
            <ac:spMk id="12" creationId="{6F5F4136-0615-1915-A900-72E25381E5C2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2:08.978" v="274"/>
          <ac:spMkLst>
            <pc:docMk/>
            <pc:sldMk cId="3833360894" sldId="275"/>
            <ac:spMk id="14" creationId="{6A098B1E-9A32-B873-1E30-B4C7D108BFE9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2:08.978" v="273"/>
          <ac:spMkLst>
            <pc:docMk/>
            <pc:sldMk cId="3833360894" sldId="275"/>
            <ac:spMk id="16" creationId="{724D9FA6-5548-1600-13C6-E945F39C7BB2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2:08.978" v="272"/>
          <ac:spMkLst>
            <pc:docMk/>
            <pc:sldMk cId="3833360894" sldId="275"/>
            <ac:spMk id="18" creationId="{B82A996F-3A25-92DC-77AD-F9074471EFB9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2:08.978" v="271"/>
          <ac:spMkLst>
            <pc:docMk/>
            <pc:sldMk cId="3833360894" sldId="275"/>
            <ac:spMk id="20" creationId="{C8F00B79-4A33-B66F-89BF-DCFC6913A5A4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2:08.978" v="270"/>
          <ac:spMkLst>
            <pc:docMk/>
            <pc:sldMk cId="3833360894" sldId="275"/>
            <ac:spMk id="22" creationId="{1C78751D-FB0B-7795-B1B3-92216A5EFCE9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2:08.978" v="269"/>
          <ac:spMkLst>
            <pc:docMk/>
            <pc:sldMk cId="3833360894" sldId="275"/>
            <ac:spMk id="24" creationId="{10BBEF4A-1801-0157-8C66-99E681545C1F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2:08.978" v="268"/>
          <ac:spMkLst>
            <pc:docMk/>
            <pc:sldMk cId="3833360894" sldId="275"/>
            <ac:spMk id="26" creationId="{6BA9CE69-C43C-D6F6-9507-313BAEA65532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2:08.978" v="267"/>
          <ac:spMkLst>
            <pc:docMk/>
            <pc:sldMk cId="3833360894" sldId="275"/>
            <ac:spMk id="28" creationId="{85A6EF55-6421-7041-C922-3DC2E6507857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2:08.978" v="266"/>
          <ac:spMkLst>
            <pc:docMk/>
            <pc:sldMk cId="3833360894" sldId="275"/>
            <ac:spMk id="30" creationId="{04A0D1A0-AA71-E19D-9F93-9B05D350DE42}"/>
          </ac:spMkLst>
        </pc:spChg>
        <pc:spChg chg="add del">
          <ac:chgData name="Yasukawa, Leica" userId="S::lyasukawa29@cmc.edu::dc41525a-3039-424d-91e7-ffe03af261be" providerId="AD" clId="Web-{5DA92BDB-245F-3B6D-C621-3E8AE2798C8D}" dt="2026-04-12T21:22:08.978" v="265"/>
          <ac:spMkLst>
            <pc:docMk/>
            <pc:sldMk cId="3833360894" sldId="275"/>
            <ac:spMk id="32" creationId="{8D3A8FD7-1862-22D1-E793-BCB0BE11F751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10.900" v="316"/>
          <ac:spMkLst>
            <pc:docMk/>
            <pc:sldMk cId="3833360894" sldId="275"/>
            <ac:spMk id="37" creationId="{789394E6-BE60-CB4A-5BD2-86A2448A2F84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10.900" v="317"/>
          <ac:spMkLst>
            <pc:docMk/>
            <pc:sldMk cId="3833360894" sldId="275"/>
            <ac:spMk id="39" creationId="{B0D2A66C-55DD-E15A-4FA1-ADFA13484E5F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10.915" v="318"/>
          <ac:spMkLst>
            <pc:docMk/>
            <pc:sldMk cId="3833360894" sldId="275"/>
            <ac:spMk id="41" creationId="{06A58351-5F51-3E36-9EC0-2EB89BF18F9A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10.931" v="319"/>
          <ac:spMkLst>
            <pc:docMk/>
            <pc:sldMk cId="3833360894" sldId="275"/>
            <ac:spMk id="43" creationId="{88632E0F-6919-BDFB-3FB8-9158591800D0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10.946" v="320"/>
          <ac:spMkLst>
            <pc:docMk/>
            <pc:sldMk cId="3833360894" sldId="275"/>
            <ac:spMk id="45" creationId="{9DF0CC1C-6E4E-05C9-EA6B-A7379DD23774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10.946" v="321"/>
          <ac:spMkLst>
            <pc:docMk/>
            <pc:sldMk cId="3833360894" sldId="275"/>
            <ac:spMk id="47" creationId="{01479203-00CC-D843-FD4A-3157893A4C38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10.978" v="322"/>
          <ac:spMkLst>
            <pc:docMk/>
            <pc:sldMk cId="3833360894" sldId="275"/>
            <ac:spMk id="49" creationId="{0842306E-ECBF-504D-1941-31007B2C8D32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10.993" v="323"/>
          <ac:spMkLst>
            <pc:docMk/>
            <pc:sldMk cId="3833360894" sldId="275"/>
            <ac:spMk id="51" creationId="{C98E8A24-38C2-6EE0-0DA0-39DD55C6D8E5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10.993" v="324"/>
          <ac:spMkLst>
            <pc:docMk/>
            <pc:sldMk cId="3833360894" sldId="275"/>
            <ac:spMk id="53" creationId="{3A98324D-B1FF-DE4F-7D96-093E466F56CA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11.025" v="325"/>
          <ac:spMkLst>
            <pc:docMk/>
            <pc:sldMk cId="3833360894" sldId="275"/>
            <ac:spMk id="55" creationId="{C9258D33-91D1-E9F9-2BF0-07AA34FEA7F6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11.040" v="326"/>
          <ac:spMkLst>
            <pc:docMk/>
            <pc:sldMk cId="3833360894" sldId="275"/>
            <ac:spMk id="57" creationId="{0FA068ED-B820-BAC5-6FDA-8EB5BF430A7F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11.056" v="327"/>
          <ac:spMkLst>
            <pc:docMk/>
            <pc:sldMk cId="3833360894" sldId="275"/>
            <ac:spMk id="59" creationId="{83D9E022-E7BB-5175-DFC3-4E737040EA01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11.087" v="328"/>
          <ac:spMkLst>
            <pc:docMk/>
            <pc:sldMk cId="3833360894" sldId="275"/>
            <ac:spMk id="61" creationId="{D8AB29B9-0219-E6E9-5F1D-CBB33C33AF8B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11.103" v="329"/>
          <ac:spMkLst>
            <pc:docMk/>
            <pc:sldMk cId="3833360894" sldId="275"/>
            <ac:spMk id="63" creationId="{FFC5FA82-6146-8B30-601A-161ADD31DC67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11.118" v="330"/>
          <ac:spMkLst>
            <pc:docMk/>
            <pc:sldMk cId="3833360894" sldId="275"/>
            <ac:spMk id="65" creationId="{9CD6289B-843E-0862-B9A9-02E7749ED208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31" v="315"/>
          <ac:spMkLst>
            <pc:docMk/>
            <pc:sldMk cId="3833360894" sldId="275"/>
            <ac:spMk id="110" creationId="{933C9FB4-7DBF-1785-C8AB-B3564EF653B9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31" v="314"/>
          <ac:spMkLst>
            <pc:docMk/>
            <pc:sldMk cId="3833360894" sldId="275"/>
            <ac:spMk id="112" creationId="{BF36AD71-4DCC-6EC0-A594-438909C3B3DD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31" v="313"/>
          <ac:spMkLst>
            <pc:docMk/>
            <pc:sldMk cId="3833360894" sldId="275"/>
            <ac:spMk id="114" creationId="{EDED105C-52EF-454F-05E8-63D2D364D751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31" v="312"/>
          <ac:spMkLst>
            <pc:docMk/>
            <pc:sldMk cId="3833360894" sldId="275"/>
            <ac:spMk id="116" creationId="{59EA8CE7-8CCA-7B5A-C957-42C02CF0A297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31" v="311"/>
          <ac:spMkLst>
            <pc:docMk/>
            <pc:sldMk cId="3833360894" sldId="275"/>
            <ac:spMk id="118" creationId="{C1E392F8-2B13-8C23-295E-F88076E76E28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31" v="310"/>
          <ac:spMkLst>
            <pc:docMk/>
            <pc:sldMk cId="3833360894" sldId="275"/>
            <ac:spMk id="120" creationId="{D5270A8A-F99C-BB5F-899A-070E67F0C651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31" v="309"/>
          <ac:spMkLst>
            <pc:docMk/>
            <pc:sldMk cId="3833360894" sldId="275"/>
            <ac:spMk id="122" creationId="{9180096B-1DD6-C5D6-A0B3-863A4BBB371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31" v="308"/>
          <ac:spMkLst>
            <pc:docMk/>
            <pc:sldMk cId="3833360894" sldId="275"/>
            <ac:spMk id="124" creationId="{5ECD2600-A469-E14F-D578-1A1FAC634271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31" v="307"/>
          <ac:spMkLst>
            <pc:docMk/>
            <pc:sldMk cId="3833360894" sldId="275"/>
            <ac:spMk id="126" creationId="{D3FA8BB8-403E-E366-263E-4B10939C3DD1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306"/>
          <ac:spMkLst>
            <pc:docMk/>
            <pc:sldMk cId="3833360894" sldId="275"/>
            <ac:spMk id="128" creationId="{0304EFE1-6042-D971-6F43-21B631A342C9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305"/>
          <ac:spMkLst>
            <pc:docMk/>
            <pc:sldMk cId="3833360894" sldId="275"/>
            <ac:spMk id="130" creationId="{CB15D880-F111-1B11-F3EC-B75009D494AB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304"/>
          <ac:spMkLst>
            <pc:docMk/>
            <pc:sldMk cId="3833360894" sldId="275"/>
            <ac:spMk id="132" creationId="{84700A98-47CC-AF45-2F3D-044B04853D57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303"/>
          <ac:spMkLst>
            <pc:docMk/>
            <pc:sldMk cId="3833360894" sldId="275"/>
            <ac:spMk id="134" creationId="{9EDCEDA5-86C3-CEFC-A0B2-8DAD2C16C676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302"/>
          <ac:spMkLst>
            <pc:docMk/>
            <pc:sldMk cId="3833360894" sldId="275"/>
            <ac:spMk id="136" creationId="{D96CBB66-9CC0-EF42-CCEA-5C2A52739A76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301"/>
          <ac:spMkLst>
            <pc:docMk/>
            <pc:sldMk cId="3833360894" sldId="275"/>
            <ac:spMk id="138" creationId="{8CDC20ED-1DEF-F4DC-54C7-0AE9C2861D0C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300"/>
          <ac:spMkLst>
            <pc:docMk/>
            <pc:sldMk cId="3833360894" sldId="275"/>
            <ac:spMk id="140" creationId="{335EDD56-0BFE-A9C7-175B-ECD6CE7F9F77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95"/>
          <ac:spMkLst>
            <pc:docMk/>
            <pc:sldMk cId="3833360894" sldId="275"/>
            <ac:spMk id="150" creationId="{8F3BF2F8-244C-F5BF-0B10-2684985A4169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94"/>
          <ac:spMkLst>
            <pc:docMk/>
            <pc:sldMk cId="3833360894" sldId="275"/>
            <ac:spMk id="152" creationId="{D858180E-B79A-201F-A007-D3956F7E912F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93"/>
          <ac:spMkLst>
            <pc:docMk/>
            <pc:sldMk cId="3833360894" sldId="275"/>
            <ac:spMk id="154" creationId="{D87A2E3D-79FC-D260-2CCF-B544C54B093E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92"/>
          <ac:spMkLst>
            <pc:docMk/>
            <pc:sldMk cId="3833360894" sldId="275"/>
            <ac:spMk id="156" creationId="{CF87749F-8128-4258-438B-0EB91C2BAA05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91"/>
          <ac:spMkLst>
            <pc:docMk/>
            <pc:sldMk cId="3833360894" sldId="275"/>
            <ac:spMk id="158" creationId="{D7E13189-EE21-3F94-D0D4-7B81B7334FEA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90"/>
          <ac:spMkLst>
            <pc:docMk/>
            <pc:sldMk cId="3833360894" sldId="275"/>
            <ac:spMk id="160" creationId="{0E3964EB-54F1-47BF-E97E-9DBC9CF83ECB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89"/>
          <ac:spMkLst>
            <pc:docMk/>
            <pc:sldMk cId="3833360894" sldId="275"/>
            <ac:spMk id="162" creationId="{CD7BB8CC-2936-4982-50DA-8AEA1FAAA7EE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88"/>
          <ac:spMkLst>
            <pc:docMk/>
            <pc:sldMk cId="3833360894" sldId="275"/>
            <ac:spMk id="164" creationId="{3ACAA543-BE9A-604D-FD3B-262CB7B23C93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87"/>
          <ac:spMkLst>
            <pc:docMk/>
            <pc:sldMk cId="3833360894" sldId="275"/>
            <ac:spMk id="166" creationId="{790DC9CF-09C1-FCDD-5CD1-49BD483F27D9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86"/>
          <ac:spMkLst>
            <pc:docMk/>
            <pc:sldMk cId="3833360894" sldId="275"/>
            <ac:spMk id="168" creationId="{671B73A9-49A5-92CB-8417-9205CDD7E13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85"/>
          <ac:spMkLst>
            <pc:docMk/>
            <pc:sldMk cId="3833360894" sldId="275"/>
            <ac:spMk id="170" creationId="{207597B3-B221-067C-F3C2-30916DFE2DAA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84"/>
          <ac:spMkLst>
            <pc:docMk/>
            <pc:sldMk cId="3833360894" sldId="275"/>
            <ac:spMk id="172" creationId="{BBEC4DBA-F8C4-781B-FA6C-23DDDD4B47E4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83"/>
          <ac:spMkLst>
            <pc:docMk/>
            <pc:sldMk cId="3833360894" sldId="275"/>
            <ac:spMk id="174" creationId="{C90143C4-E5FA-74B2-F451-968C461863BC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82"/>
          <ac:spMkLst>
            <pc:docMk/>
            <pc:sldMk cId="3833360894" sldId="275"/>
            <ac:spMk id="176" creationId="{5E3691C7-62E8-B084-12D0-01D38BDB710F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81"/>
          <ac:spMkLst>
            <pc:docMk/>
            <pc:sldMk cId="3833360894" sldId="275"/>
            <ac:spMk id="178" creationId="{3F2DBD0C-923C-9AB7-1DEB-83F063DA9276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10.415" v="280"/>
          <ac:spMkLst>
            <pc:docMk/>
            <pc:sldMk cId="3833360894" sldId="275"/>
            <ac:spMk id="180" creationId="{3B33ABAD-8908-58B7-2C79-1D36071A0743}"/>
          </ac:spMkLst>
        </pc:spChg>
        <pc:cxnChg chg="del">
          <ac:chgData name="Yasukawa, Leica" userId="S::lyasukawa29@cmc.edu::dc41525a-3039-424d-91e7-ffe03af261be" providerId="AD" clId="Web-{5DA92BDB-245F-3B6D-C621-3E8AE2798C8D}" dt="2026-04-12T21:22:10.415" v="299"/>
          <ac:cxnSpMkLst>
            <pc:docMk/>
            <pc:sldMk cId="3833360894" sldId="275"/>
            <ac:cxnSpMk id="142" creationId="{84C0AC26-51A6-E2EA-2FF8-AF4B11BF072E}"/>
          </ac:cxnSpMkLst>
        </pc:cxnChg>
        <pc:cxnChg chg="del">
          <ac:chgData name="Yasukawa, Leica" userId="S::lyasukawa29@cmc.edu::dc41525a-3039-424d-91e7-ffe03af261be" providerId="AD" clId="Web-{5DA92BDB-245F-3B6D-C621-3E8AE2798C8D}" dt="2026-04-12T21:22:10.415" v="298"/>
          <ac:cxnSpMkLst>
            <pc:docMk/>
            <pc:sldMk cId="3833360894" sldId="275"/>
            <ac:cxnSpMk id="144" creationId="{D0126CC1-0CD6-4B79-B99A-805947EFD283}"/>
          </ac:cxnSpMkLst>
        </pc:cxnChg>
        <pc:cxnChg chg="del">
          <ac:chgData name="Yasukawa, Leica" userId="S::lyasukawa29@cmc.edu::dc41525a-3039-424d-91e7-ffe03af261be" providerId="AD" clId="Web-{5DA92BDB-245F-3B6D-C621-3E8AE2798C8D}" dt="2026-04-12T21:22:10.415" v="297"/>
          <ac:cxnSpMkLst>
            <pc:docMk/>
            <pc:sldMk cId="3833360894" sldId="275"/>
            <ac:cxnSpMk id="146" creationId="{E35DCD16-0F0D-5338-8C8B-5AF74A71B48B}"/>
          </ac:cxnSpMkLst>
        </pc:cxnChg>
        <pc:cxnChg chg="del">
          <ac:chgData name="Yasukawa, Leica" userId="S::lyasukawa29@cmc.edu::dc41525a-3039-424d-91e7-ffe03af261be" providerId="AD" clId="Web-{5DA92BDB-245F-3B6D-C621-3E8AE2798C8D}" dt="2026-04-12T21:22:10.415" v="296"/>
          <ac:cxnSpMkLst>
            <pc:docMk/>
            <pc:sldMk cId="3833360894" sldId="275"/>
            <ac:cxnSpMk id="148" creationId="{04F32381-A776-4663-04D3-737EA4A8242A}"/>
          </ac:cxnSpMkLst>
        </pc:cxnChg>
      </pc:sldChg>
      <pc:sldChg chg="addSp delSp modSp add replId">
        <pc:chgData name="Yasukawa, Leica" userId="S::lyasukawa29@cmc.edu::dc41525a-3039-424d-91e7-ffe03af261be" providerId="AD" clId="Web-{5DA92BDB-245F-3B6D-C621-3E8AE2798C8D}" dt="2026-04-12T21:22:38.933" v="374"/>
        <pc:sldMkLst>
          <pc:docMk/>
          <pc:sldMk cId="1585778421" sldId="276"/>
        </pc:sldMkLst>
        <pc:spChg chg="mod">
          <ac:chgData name="Yasukawa, Leica" userId="S::lyasukawa29@cmc.edu::dc41525a-3039-424d-91e7-ffe03af261be" providerId="AD" clId="Web-{5DA92BDB-245F-3B6D-C621-3E8AE2798C8D}" dt="2026-04-12T21:22:28.182" v="345" actId="20577"/>
          <ac:spMkLst>
            <pc:docMk/>
            <pc:sldMk cId="1585778421" sldId="276"/>
            <ac:spMk id="3" creationId="{CFC6E0F2-E8DB-FE9E-53F7-CE14991E0A77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38.714" v="361"/>
          <ac:spMkLst>
            <pc:docMk/>
            <pc:sldMk cId="1585778421" sldId="276"/>
            <ac:spMk id="4" creationId="{B6536C92-DD5F-62F1-49D4-F37FD4693997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38.746" v="362"/>
          <ac:spMkLst>
            <pc:docMk/>
            <pc:sldMk cId="1585778421" sldId="276"/>
            <ac:spMk id="6" creationId="{81E64D43-8510-6BD2-13B8-BBBD8C23C5E3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38.746" v="363"/>
          <ac:spMkLst>
            <pc:docMk/>
            <pc:sldMk cId="1585778421" sldId="276"/>
            <ac:spMk id="8" creationId="{D588E1E9-AC6C-6227-543F-4345C54AF493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38.761" v="364"/>
          <ac:spMkLst>
            <pc:docMk/>
            <pc:sldMk cId="1585778421" sldId="276"/>
            <ac:spMk id="10" creationId="{2352C50D-E0C6-E19F-7467-74B13890F1C4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38.808" v="365"/>
          <ac:spMkLst>
            <pc:docMk/>
            <pc:sldMk cId="1585778421" sldId="276"/>
            <ac:spMk id="12" creationId="{801360C7-8809-4DC4-3E0D-D6491358097A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38.808" v="366"/>
          <ac:spMkLst>
            <pc:docMk/>
            <pc:sldMk cId="1585778421" sldId="276"/>
            <ac:spMk id="14" creationId="{75681FF3-A069-75BC-8F87-230A14C9405C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38.824" v="367"/>
          <ac:spMkLst>
            <pc:docMk/>
            <pc:sldMk cId="1585778421" sldId="276"/>
            <ac:spMk id="16" creationId="{9CDDE26F-977F-5799-6B38-31A74EE69AB4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38.839" v="368"/>
          <ac:spMkLst>
            <pc:docMk/>
            <pc:sldMk cId="1585778421" sldId="276"/>
            <ac:spMk id="18" creationId="{4D090C07-0ED7-4D34-30C4-1B0EE731BFF9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38.855" v="369"/>
          <ac:spMkLst>
            <pc:docMk/>
            <pc:sldMk cId="1585778421" sldId="276"/>
            <ac:spMk id="20" creationId="{B5156D50-520E-0787-BD50-496EDCA2C3FB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38.855" v="370"/>
          <ac:spMkLst>
            <pc:docMk/>
            <pc:sldMk cId="1585778421" sldId="276"/>
            <ac:spMk id="22" creationId="{F9B882E8-FA12-C21B-816B-B868AC59BDDB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38.886" v="371"/>
          <ac:spMkLst>
            <pc:docMk/>
            <pc:sldMk cId="1585778421" sldId="276"/>
            <ac:spMk id="24" creationId="{55D1E8D2-AFC5-A8E3-BAB6-F8B00B0AFD61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38.886" v="372"/>
          <ac:spMkLst>
            <pc:docMk/>
            <pc:sldMk cId="1585778421" sldId="276"/>
            <ac:spMk id="26" creationId="{9642760D-0AEC-CF56-1E59-79688F12C526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38.902" v="373"/>
          <ac:spMkLst>
            <pc:docMk/>
            <pc:sldMk cId="1585778421" sldId="276"/>
            <ac:spMk id="28" creationId="{2E366CA6-EC25-F9C7-AF2F-3624772E9F77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38.933" v="374"/>
          <ac:spMkLst>
            <pc:docMk/>
            <pc:sldMk cId="1585778421" sldId="276"/>
            <ac:spMk id="30" creationId="{10BE20D0-EEB6-A683-FE02-8EEEA77788D7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33.886" v="360"/>
          <ac:spMkLst>
            <pc:docMk/>
            <pc:sldMk cId="1585778421" sldId="276"/>
            <ac:spMk id="37" creationId="{A1542756-10AE-7D5C-EE40-6F8949C31DB4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33.886" v="359"/>
          <ac:spMkLst>
            <pc:docMk/>
            <pc:sldMk cId="1585778421" sldId="276"/>
            <ac:spMk id="39" creationId="{248E8AAD-55B2-D159-2CF3-5B30C73A516B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33.886" v="358"/>
          <ac:spMkLst>
            <pc:docMk/>
            <pc:sldMk cId="1585778421" sldId="276"/>
            <ac:spMk id="41" creationId="{1F3DA0A8-7B32-F5C2-9B28-70ACE814B8BA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33.886" v="357"/>
          <ac:spMkLst>
            <pc:docMk/>
            <pc:sldMk cId="1585778421" sldId="276"/>
            <ac:spMk id="43" creationId="{59F94902-D96F-D4F3-A707-A7B782CDBF24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33.886" v="356"/>
          <ac:spMkLst>
            <pc:docMk/>
            <pc:sldMk cId="1585778421" sldId="276"/>
            <ac:spMk id="45" creationId="{A28A7217-B3E5-96A2-D77E-2D4053D00439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33.886" v="355"/>
          <ac:spMkLst>
            <pc:docMk/>
            <pc:sldMk cId="1585778421" sldId="276"/>
            <ac:spMk id="47" creationId="{53D86277-749C-E18E-53D2-84BEAE8F4BA4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33.886" v="354"/>
          <ac:spMkLst>
            <pc:docMk/>
            <pc:sldMk cId="1585778421" sldId="276"/>
            <ac:spMk id="49" creationId="{462000D0-3F8A-345F-DC48-7E1970490D12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33.886" v="353"/>
          <ac:spMkLst>
            <pc:docMk/>
            <pc:sldMk cId="1585778421" sldId="276"/>
            <ac:spMk id="51" creationId="{A2BCAE2E-D5A6-058D-5273-2272789AFB6D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33.886" v="352"/>
          <ac:spMkLst>
            <pc:docMk/>
            <pc:sldMk cId="1585778421" sldId="276"/>
            <ac:spMk id="53" creationId="{1C8B2C9C-17AF-02A0-761B-BAB03B26B822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33.886" v="351"/>
          <ac:spMkLst>
            <pc:docMk/>
            <pc:sldMk cId="1585778421" sldId="276"/>
            <ac:spMk id="55" creationId="{EA32BE81-D24F-3BEA-D815-40987EB6DC18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33.886" v="350"/>
          <ac:spMkLst>
            <pc:docMk/>
            <pc:sldMk cId="1585778421" sldId="276"/>
            <ac:spMk id="57" creationId="{9F0D40EC-8AF9-6C64-4D29-2719ED0C9C34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33.886" v="349"/>
          <ac:spMkLst>
            <pc:docMk/>
            <pc:sldMk cId="1585778421" sldId="276"/>
            <ac:spMk id="59" creationId="{59EF6E84-836A-451C-C9A7-9C3D6470A97B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33.886" v="348"/>
          <ac:spMkLst>
            <pc:docMk/>
            <pc:sldMk cId="1585778421" sldId="276"/>
            <ac:spMk id="61" creationId="{53E7FCB9-129B-7A92-DF0B-D62F679C0C9D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33.886" v="347"/>
          <ac:spMkLst>
            <pc:docMk/>
            <pc:sldMk cId="1585778421" sldId="276"/>
            <ac:spMk id="63" creationId="{6B5921B3-1FB1-C8EC-51D9-04C22A3D0443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33.886" v="346"/>
          <ac:spMkLst>
            <pc:docMk/>
            <pc:sldMk cId="1585778421" sldId="276"/>
            <ac:spMk id="65" creationId="{2F406028-71CA-3895-0A86-8672588E2D59}"/>
          </ac:spMkLst>
        </pc:spChg>
      </pc:sldChg>
      <pc:sldChg chg="addSp delSp modSp add replId">
        <pc:chgData name="Yasukawa, Leica" userId="S::lyasukawa29@cmc.edu::dc41525a-3039-424d-91e7-ffe03af261be" providerId="AD" clId="Web-{5DA92BDB-245F-3B6D-C621-3E8AE2798C8D}" dt="2026-04-12T21:22:54.059" v="407"/>
        <pc:sldMkLst>
          <pc:docMk/>
          <pc:sldMk cId="2610860617" sldId="277"/>
        </pc:sldMkLst>
        <pc:spChg chg="add">
          <ac:chgData name="Yasukawa, Leica" userId="S::lyasukawa29@cmc.edu::dc41525a-3039-424d-91e7-ffe03af261be" providerId="AD" clId="Web-{5DA92BDB-245F-3B6D-C621-3E8AE2798C8D}" dt="2026-04-12T21:22:54.059" v="407"/>
          <ac:spMkLst>
            <pc:docMk/>
            <pc:sldMk cId="2610860617" sldId="277"/>
            <ac:spMk id="2" creationId="{F55AF188-DEE3-7D18-E35C-19865D7F41E0}"/>
          </ac:spMkLst>
        </pc:spChg>
        <pc:spChg chg="mod">
          <ac:chgData name="Yasukawa, Leica" userId="S::lyasukawa29@cmc.edu::dc41525a-3039-424d-91e7-ffe03af261be" providerId="AD" clId="Web-{5DA92BDB-245F-3B6D-C621-3E8AE2798C8D}" dt="2026-04-12T21:22:46.152" v="378" actId="20577"/>
          <ac:spMkLst>
            <pc:docMk/>
            <pc:sldMk cId="2610860617" sldId="277"/>
            <ac:spMk id="3" creationId="{F960B8F8-983F-F4DC-2956-2EC998D5EAD1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53.575" v="406"/>
          <ac:spMkLst>
            <pc:docMk/>
            <pc:sldMk cId="2610860617" sldId="277"/>
            <ac:spMk id="4" creationId="{810F8A9F-5396-0597-00C9-19D0189C08E7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54.059" v="407"/>
          <ac:spMkLst>
            <pc:docMk/>
            <pc:sldMk cId="2610860617" sldId="277"/>
            <ac:spMk id="5" creationId="{F4A8D645-4B27-D41F-B1A4-7F98069D7F85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53.575" v="405"/>
          <ac:spMkLst>
            <pc:docMk/>
            <pc:sldMk cId="2610860617" sldId="277"/>
            <ac:spMk id="6" creationId="{7DC7F03C-FA68-0882-4725-15FFA6789A30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53.575" v="404"/>
          <ac:spMkLst>
            <pc:docMk/>
            <pc:sldMk cId="2610860617" sldId="277"/>
            <ac:spMk id="8" creationId="{52DC1C8C-B4E2-AE59-9BDE-BC3CF360E7E8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53.575" v="403"/>
          <ac:spMkLst>
            <pc:docMk/>
            <pc:sldMk cId="2610860617" sldId="277"/>
            <ac:spMk id="10" creationId="{7C15BC6F-0F9F-170A-BC89-828BE8E887BA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54.059" v="407"/>
          <ac:spMkLst>
            <pc:docMk/>
            <pc:sldMk cId="2610860617" sldId="277"/>
            <ac:spMk id="11" creationId="{9CB4410A-2AA6-3820-A1EF-CC8A19434B9B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53.575" v="402"/>
          <ac:spMkLst>
            <pc:docMk/>
            <pc:sldMk cId="2610860617" sldId="277"/>
            <ac:spMk id="12" creationId="{FE5BAB73-4255-BBF4-2193-F8EE191F305E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54.059" v="407"/>
          <ac:spMkLst>
            <pc:docMk/>
            <pc:sldMk cId="2610860617" sldId="277"/>
            <ac:spMk id="13" creationId="{1C323FE9-5854-6EEF-E6A0-C00EA8BE0B73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53.575" v="401"/>
          <ac:spMkLst>
            <pc:docMk/>
            <pc:sldMk cId="2610860617" sldId="277"/>
            <ac:spMk id="14" creationId="{482EADBE-12E8-127B-110C-B758C0F01E37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53.575" v="400"/>
          <ac:spMkLst>
            <pc:docMk/>
            <pc:sldMk cId="2610860617" sldId="277"/>
            <ac:spMk id="16" creationId="{118206FA-9DC0-7B91-A89F-C75E42E3077B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54.059" v="407"/>
          <ac:spMkLst>
            <pc:docMk/>
            <pc:sldMk cId="2610860617" sldId="277"/>
            <ac:spMk id="17" creationId="{40DFDF23-5487-7FA9-F54D-1FBF96089D04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53.559" v="399"/>
          <ac:spMkLst>
            <pc:docMk/>
            <pc:sldMk cId="2610860617" sldId="277"/>
            <ac:spMk id="18" creationId="{8C6D6CFB-8F1D-236B-3B38-545F9217622D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54.059" v="407"/>
          <ac:spMkLst>
            <pc:docMk/>
            <pc:sldMk cId="2610860617" sldId="277"/>
            <ac:spMk id="19" creationId="{FD065DBF-52C7-6C9A-C81B-86B07B125D89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53.559" v="398"/>
          <ac:spMkLst>
            <pc:docMk/>
            <pc:sldMk cId="2610860617" sldId="277"/>
            <ac:spMk id="20" creationId="{F6234715-ADCE-6647-1BAF-A0568BFB15B6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54.059" v="407"/>
          <ac:spMkLst>
            <pc:docMk/>
            <pc:sldMk cId="2610860617" sldId="277"/>
            <ac:spMk id="21" creationId="{E49C8C46-42B6-8DCF-5AA8-016BD6006EA4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53.559" v="397"/>
          <ac:spMkLst>
            <pc:docMk/>
            <pc:sldMk cId="2610860617" sldId="277"/>
            <ac:spMk id="22" creationId="{2B2C268B-EAC9-AC94-A5F5-76883100487C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53.559" v="396"/>
          <ac:spMkLst>
            <pc:docMk/>
            <pc:sldMk cId="2610860617" sldId="277"/>
            <ac:spMk id="24" creationId="{740B1A7D-ADD1-39EA-C390-F2F0A372BF94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54.059" v="407"/>
          <ac:spMkLst>
            <pc:docMk/>
            <pc:sldMk cId="2610860617" sldId="277"/>
            <ac:spMk id="25" creationId="{25B0B047-35B7-F09F-B639-B6B6F4B57052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53.559" v="395"/>
          <ac:spMkLst>
            <pc:docMk/>
            <pc:sldMk cId="2610860617" sldId="277"/>
            <ac:spMk id="26" creationId="{69FCCCE3-B51F-BB44-76AD-FAD6C9392DF2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54.059" v="407"/>
          <ac:spMkLst>
            <pc:docMk/>
            <pc:sldMk cId="2610860617" sldId="277"/>
            <ac:spMk id="27" creationId="{7F91F82D-1D43-7FA7-690C-6A8226C9CCDB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53.559" v="394"/>
          <ac:spMkLst>
            <pc:docMk/>
            <pc:sldMk cId="2610860617" sldId="277"/>
            <ac:spMk id="28" creationId="{48BA0A82-9333-A564-BC9E-2B6623C00173}"/>
          </ac:spMkLst>
        </pc:spChg>
        <pc:spChg chg="add">
          <ac:chgData name="Yasukawa, Leica" userId="S::lyasukawa29@cmc.edu::dc41525a-3039-424d-91e7-ffe03af261be" providerId="AD" clId="Web-{5DA92BDB-245F-3B6D-C621-3E8AE2798C8D}" dt="2026-04-12T21:22:54.059" v="407"/>
          <ac:spMkLst>
            <pc:docMk/>
            <pc:sldMk cId="2610860617" sldId="277"/>
            <ac:spMk id="29" creationId="{21FB196C-05F2-4F61-450C-1BFBA69C9341}"/>
          </ac:spMkLst>
        </pc:spChg>
        <pc:spChg chg="del">
          <ac:chgData name="Yasukawa, Leica" userId="S::lyasukawa29@cmc.edu::dc41525a-3039-424d-91e7-ffe03af261be" providerId="AD" clId="Web-{5DA92BDB-245F-3B6D-C621-3E8AE2798C8D}" dt="2026-04-12T21:22:53.559" v="393"/>
          <ac:spMkLst>
            <pc:docMk/>
            <pc:sldMk cId="2610860617" sldId="277"/>
            <ac:spMk id="30" creationId="{9A54F985-F74E-5B9D-05A4-E279A5272A13}"/>
          </ac:spMkLst>
        </pc:spChg>
      </pc:sldChg>
      <pc:sldChg chg="addSp delSp modSp add replId">
        <pc:chgData name="Yasukawa, Leica" userId="S::lyasukawa29@cmc.edu::dc41525a-3039-424d-91e7-ffe03af261be" providerId="AD" clId="Web-{5DA92BDB-245F-3B6D-C621-3E8AE2798C8D}" dt="2026-04-12T21:25:10.286" v="438"/>
        <pc:sldMkLst>
          <pc:docMk/>
          <pc:sldMk cId="3052053688" sldId="278"/>
        </pc:sldMkLst>
        <pc:spChg chg="del">
          <ac:chgData name="Yasukawa, Leica" userId="S::lyasukawa29@cmc.edu::dc41525a-3039-424d-91e7-ffe03af261be" providerId="AD" clId="Web-{5DA92BDB-245F-3B6D-C621-3E8AE2798C8D}" dt="2026-04-12T21:25:09.692" v="437"/>
          <ac:spMkLst>
            <pc:docMk/>
            <pc:sldMk cId="3052053688" sldId="278"/>
            <ac:spMk id="2" creationId="{4C02F384-E87C-80C4-567D-FAA6E2ABEDD6}"/>
          </ac:spMkLst>
        </pc:spChg>
        <pc:spChg chg="mod">
          <ac:chgData name="Yasukawa, Leica" userId="S::lyasukawa29@cmc.edu::dc41525a-3039-424d-91e7-ffe03af261be" providerId="AD" clId="Web-{5DA92BDB-245F-3B6D-C621-3E8AE2798C8D}" dt="2026-04-12T21:25:02.489" v="410" actId="20577"/>
          <ac:spMkLst>
            <pc:docMk/>
            <pc:sldMk cId="3052053688" sldId="278"/>
            <ac:spMk id="3" creationId="{A5775720-A5BF-254A-CDA7-424A1CC18E59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10.286" v="438"/>
          <ac:spMkLst>
            <pc:docMk/>
            <pc:sldMk cId="3052053688" sldId="278"/>
            <ac:spMk id="4" creationId="{9BB292B4-0DD3-218F-D135-5208AE8D8420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9.692" v="436"/>
          <ac:spMkLst>
            <pc:docMk/>
            <pc:sldMk cId="3052053688" sldId="278"/>
            <ac:spMk id="5" creationId="{B229A6B3-4D6B-447C-3B59-FA6C0772E8D1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10.286" v="438"/>
          <ac:spMkLst>
            <pc:docMk/>
            <pc:sldMk cId="3052053688" sldId="278"/>
            <ac:spMk id="6" creationId="{34DD9B25-DFEE-6769-CCAB-468020F1945F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9.692" v="435"/>
          <ac:spMkLst>
            <pc:docMk/>
            <pc:sldMk cId="3052053688" sldId="278"/>
            <ac:spMk id="7" creationId="{C464000D-FBC2-2DA9-D556-10E751694F71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9.692" v="434"/>
          <ac:spMkLst>
            <pc:docMk/>
            <pc:sldMk cId="3052053688" sldId="278"/>
            <ac:spMk id="9" creationId="{13E5E972-97FA-7AC3-4819-E5067F86BDCC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10.286" v="438"/>
          <ac:spMkLst>
            <pc:docMk/>
            <pc:sldMk cId="3052053688" sldId="278"/>
            <ac:spMk id="10" creationId="{A7095FDF-973D-9AB7-C31A-CE79938BDAB8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9.692" v="433"/>
          <ac:spMkLst>
            <pc:docMk/>
            <pc:sldMk cId="3052053688" sldId="278"/>
            <ac:spMk id="11" creationId="{47A56E49-12C1-B518-FE7D-9F48000911F3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10.286" v="438"/>
          <ac:spMkLst>
            <pc:docMk/>
            <pc:sldMk cId="3052053688" sldId="278"/>
            <ac:spMk id="12" creationId="{F1D92F60-5CD8-9D77-7EFC-2982C306D46C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9.692" v="432"/>
          <ac:spMkLst>
            <pc:docMk/>
            <pc:sldMk cId="3052053688" sldId="278"/>
            <ac:spMk id="13" creationId="{89DA9475-6E0D-E689-8EBB-31D8E4DC8BC2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10.286" v="438"/>
          <ac:spMkLst>
            <pc:docMk/>
            <pc:sldMk cId="3052053688" sldId="278"/>
            <ac:spMk id="14" creationId="{B3AF41C1-9503-AECF-4D7F-E863833CBA8D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9.692" v="431"/>
          <ac:spMkLst>
            <pc:docMk/>
            <pc:sldMk cId="3052053688" sldId="278"/>
            <ac:spMk id="15" creationId="{17CC0DE2-243F-389C-DA0A-CA0E735FF9FE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10.286" v="438"/>
          <ac:spMkLst>
            <pc:docMk/>
            <pc:sldMk cId="3052053688" sldId="278"/>
            <ac:spMk id="16" creationId="{29099F32-B069-129B-FC7C-9E0728B9737A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9.692" v="430"/>
          <ac:spMkLst>
            <pc:docMk/>
            <pc:sldMk cId="3052053688" sldId="278"/>
            <ac:spMk id="17" creationId="{2874409B-7FC0-4461-338B-4EE6A9E52D91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10.286" v="438"/>
          <ac:spMkLst>
            <pc:docMk/>
            <pc:sldMk cId="3052053688" sldId="278"/>
            <ac:spMk id="18" creationId="{7AD6F2C7-6206-8191-B20E-8462AB6269CD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9.692" v="429"/>
          <ac:spMkLst>
            <pc:docMk/>
            <pc:sldMk cId="3052053688" sldId="278"/>
            <ac:spMk id="19" creationId="{74F26843-D527-4183-DB9A-965CC584FE22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10.286" v="438"/>
          <ac:spMkLst>
            <pc:docMk/>
            <pc:sldMk cId="3052053688" sldId="278"/>
            <ac:spMk id="20" creationId="{69B4C426-BE43-3473-0193-BD1E30798686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9.692" v="428"/>
          <ac:spMkLst>
            <pc:docMk/>
            <pc:sldMk cId="3052053688" sldId="278"/>
            <ac:spMk id="21" creationId="{F0A40CDC-74CE-41C2-B6DA-853E04D4D067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10.286" v="438"/>
          <ac:spMkLst>
            <pc:docMk/>
            <pc:sldMk cId="3052053688" sldId="278"/>
            <ac:spMk id="22" creationId="{16E59B4F-4052-146E-DFE3-E46117B02865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9.677" v="427"/>
          <ac:spMkLst>
            <pc:docMk/>
            <pc:sldMk cId="3052053688" sldId="278"/>
            <ac:spMk id="23" creationId="{B4272781-3937-810A-396E-CBF39D006796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9.677" v="426"/>
          <ac:spMkLst>
            <pc:docMk/>
            <pc:sldMk cId="3052053688" sldId="278"/>
            <ac:spMk id="25" creationId="{C453DB3F-55B7-B626-0A9B-09327522F8C5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9.677" v="425"/>
          <ac:spMkLst>
            <pc:docMk/>
            <pc:sldMk cId="3052053688" sldId="278"/>
            <ac:spMk id="27" creationId="{2F5CAC89-2FF2-5D61-945E-03846134B6C1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10.286" v="438"/>
          <ac:spMkLst>
            <pc:docMk/>
            <pc:sldMk cId="3052053688" sldId="278"/>
            <ac:spMk id="28" creationId="{A6F89917-8E91-EF24-9F51-FC1F5CD1B2E2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09.677" v="424"/>
          <ac:spMkLst>
            <pc:docMk/>
            <pc:sldMk cId="3052053688" sldId="278"/>
            <ac:spMk id="29" creationId="{BA874359-84E9-B3AF-1E7D-3C29CFF3CF36}"/>
          </ac:spMkLst>
        </pc:spChg>
      </pc:sldChg>
      <pc:sldChg chg="addSp delSp modSp add replId">
        <pc:chgData name="Yasukawa, Leica" userId="S::lyasukawa29@cmc.edu::dc41525a-3039-424d-91e7-ffe03af261be" providerId="AD" clId="Web-{5DA92BDB-245F-3B6D-C621-3E8AE2798C8D}" dt="2026-04-12T21:25:35.193" v="509"/>
        <pc:sldMkLst>
          <pc:docMk/>
          <pc:sldMk cId="4026111224" sldId="279"/>
        </pc:sldMkLst>
        <pc:spChg chg="mod">
          <ac:chgData name="Yasukawa, Leica" userId="S::lyasukawa29@cmc.edu::dc41525a-3039-424d-91e7-ffe03af261be" providerId="AD" clId="Web-{5DA92BDB-245F-3B6D-C621-3E8AE2798C8D}" dt="2026-04-12T21:25:27.131" v="458" actId="20577"/>
          <ac:spMkLst>
            <pc:docMk/>
            <pc:sldMk cId="4026111224" sldId="279"/>
            <ac:spMk id="3" creationId="{172A782A-970C-5DE4-9544-767E8371AB08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30.318" v="471"/>
          <ac:spMkLst>
            <pc:docMk/>
            <pc:sldMk cId="4026111224" sldId="279"/>
            <ac:spMk id="4" creationId="{249DECA9-BD93-C0FD-91A2-055734ADACEC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709" v="472"/>
          <ac:spMkLst>
            <pc:docMk/>
            <pc:sldMk cId="4026111224" sldId="279"/>
            <ac:spMk id="5" creationId="{CF12FF90-840E-537D-56D9-A146BEA3C0B4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30.318" v="470"/>
          <ac:spMkLst>
            <pc:docMk/>
            <pc:sldMk cId="4026111224" sldId="279"/>
            <ac:spMk id="6" creationId="{FEB06972-4E2A-8A59-CEB5-44F6FE0BB674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30.318" v="469"/>
          <ac:spMkLst>
            <pc:docMk/>
            <pc:sldMk cId="4026111224" sldId="279"/>
            <ac:spMk id="8" creationId="{86E2E446-64F3-4AF6-AAA4-1EF6FB1F74F2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725" v="473"/>
          <ac:spMkLst>
            <pc:docMk/>
            <pc:sldMk cId="4026111224" sldId="279"/>
            <ac:spMk id="9" creationId="{25C1D7F5-D74A-143E-C426-F56B8DB76C50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30.318" v="468"/>
          <ac:spMkLst>
            <pc:docMk/>
            <pc:sldMk cId="4026111224" sldId="279"/>
            <ac:spMk id="10" creationId="{0C0D356B-066B-A9AA-D3AE-FE6ECB254F6B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30.318" v="467"/>
          <ac:spMkLst>
            <pc:docMk/>
            <pc:sldMk cId="4026111224" sldId="279"/>
            <ac:spMk id="12" creationId="{8E62D7A7-E519-984C-E516-BD4C56CADA37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725" v="474"/>
          <ac:spMkLst>
            <pc:docMk/>
            <pc:sldMk cId="4026111224" sldId="279"/>
            <ac:spMk id="13" creationId="{00344D5B-0420-AEEE-017A-84B9065415F4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30.318" v="466"/>
          <ac:spMkLst>
            <pc:docMk/>
            <pc:sldMk cId="4026111224" sldId="279"/>
            <ac:spMk id="14" creationId="{56A2A56A-D3C2-317E-1E56-9D212B10C7D8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30.318" v="465"/>
          <ac:spMkLst>
            <pc:docMk/>
            <pc:sldMk cId="4026111224" sldId="279"/>
            <ac:spMk id="16" creationId="{2421B928-FA05-A993-798E-C2275965DBBA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740" v="475"/>
          <ac:spMkLst>
            <pc:docMk/>
            <pc:sldMk cId="4026111224" sldId="279"/>
            <ac:spMk id="17" creationId="{7C55BB07-6EC5-1525-DD7E-9AEBDAA0F986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30.318" v="464"/>
          <ac:spMkLst>
            <pc:docMk/>
            <pc:sldMk cId="4026111224" sldId="279"/>
            <ac:spMk id="18" creationId="{FF993810-55A5-B3F7-AC31-4DED4558764E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30.318" v="463"/>
          <ac:spMkLst>
            <pc:docMk/>
            <pc:sldMk cId="4026111224" sldId="279"/>
            <ac:spMk id="20" creationId="{5DF31E2C-69D7-6909-71E8-5A1B5D928CB9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740" v="476"/>
          <ac:spMkLst>
            <pc:docMk/>
            <pc:sldMk cId="4026111224" sldId="279"/>
            <ac:spMk id="21" creationId="{81E29452-35D5-9C5D-14C6-82F70811EC77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30.318" v="462"/>
          <ac:spMkLst>
            <pc:docMk/>
            <pc:sldMk cId="4026111224" sldId="279"/>
            <ac:spMk id="22" creationId="{FB3211F8-824F-BCFA-B72D-9B1502747976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30.318" v="461"/>
          <ac:spMkLst>
            <pc:docMk/>
            <pc:sldMk cId="4026111224" sldId="279"/>
            <ac:spMk id="24" creationId="{0767BF7F-4E68-1AA7-51E0-9208A2623382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756" v="477"/>
          <ac:spMkLst>
            <pc:docMk/>
            <pc:sldMk cId="4026111224" sldId="279"/>
            <ac:spMk id="25" creationId="{D1AA5B1B-DA7E-6B00-8732-84D68CD2B41E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30.318" v="460"/>
          <ac:spMkLst>
            <pc:docMk/>
            <pc:sldMk cId="4026111224" sldId="279"/>
            <ac:spMk id="26" creationId="{9451BC39-96C2-72CA-DD07-432B4F8E93BD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30.318" v="459"/>
          <ac:spMkLst>
            <pc:docMk/>
            <pc:sldMk cId="4026111224" sldId="279"/>
            <ac:spMk id="28" creationId="{76D69A0F-E85C-1FDB-B5F7-A4A2028D0FC6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756" v="478"/>
          <ac:spMkLst>
            <pc:docMk/>
            <pc:sldMk cId="4026111224" sldId="279"/>
            <ac:spMk id="29" creationId="{9040D28D-D4BC-A4AD-E2C5-59A508D80CD3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771" v="479"/>
          <ac:spMkLst>
            <pc:docMk/>
            <pc:sldMk cId="4026111224" sldId="279"/>
            <ac:spMk id="31" creationId="{9B7243CC-AE9E-6AD1-C7D3-493866B724B0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771" v="480"/>
          <ac:spMkLst>
            <pc:docMk/>
            <pc:sldMk cId="4026111224" sldId="279"/>
            <ac:spMk id="34" creationId="{6DD2EEF4-907E-3147-E68B-1A26DED751DF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787" v="481"/>
          <ac:spMkLst>
            <pc:docMk/>
            <pc:sldMk cId="4026111224" sldId="279"/>
            <ac:spMk id="38" creationId="{0ECCC0CE-5BC4-29E3-23C6-A6651DAAFE6C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803" v="482"/>
          <ac:spMkLst>
            <pc:docMk/>
            <pc:sldMk cId="4026111224" sldId="279"/>
            <ac:spMk id="40" creationId="{EE7722D4-6D2D-7F46-1258-09051590FD18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803" v="483"/>
          <ac:spMkLst>
            <pc:docMk/>
            <pc:sldMk cId="4026111224" sldId="279"/>
            <ac:spMk id="42" creationId="{8862E0B4-85BC-5790-E5A1-74A8390C9FE8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818" v="484"/>
          <ac:spMkLst>
            <pc:docMk/>
            <pc:sldMk cId="4026111224" sldId="279"/>
            <ac:spMk id="44" creationId="{271EAB58-4ED2-2E39-0239-9C5249486A4F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834" v="485"/>
          <ac:spMkLst>
            <pc:docMk/>
            <pc:sldMk cId="4026111224" sldId="279"/>
            <ac:spMk id="46" creationId="{574F9074-8484-2FA8-679A-855360C74D98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850" v="486"/>
          <ac:spMkLst>
            <pc:docMk/>
            <pc:sldMk cId="4026111224" sldId="279"/>
            <ac:spMk id="48" creationId="{37E5DBD8-28D1-58D7-A243-615FD742EF14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865" v="487"/>
          <ac:spMkLst>
            <pc:docMk/>
            <pc:sldMk cId="4026111224" sldId="279"/>
            <ac:spMk id="50" creationId="{3B63716B-0C5E-D273-B1D6-85667EBF6D98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865" v="488"/>
          <ac:spMkLst>
            <pc:docMk/>
            <pc:sldMk cId="4026111224" sldId="279"/>
            <ac:spMk id="52" creationId="{1CDC9D51-A64F-D291-A15D-7C95F8D012D8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881" v="489"/>
          <ac:spMkLst>
            <pc:docMk/>
            <pc:sldMk cId="4026111224" sldId="279"/>
            <ac:spMk id="54" creationId="{D9CCB1BC-2AC6-8496-D679-991D78352DDF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897" v="490"/>
          <ac:spMkLst>
            <pc:docMk/>
            <pc:sldMk cId="4026111224" sldId="279"/>
            <ac:spMk id="56" creationId="{3E65F95A-6B49-C223-5FDD-5F94DC147279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912" v="491"/>
          <ac:spMkLst>
            <pc:docMk/>
            <pc:sldMk cId="4026111224" sldId="279"/>
            <ac:spMk id="58" creationId="{455FB3F1-1E51-2832-24B9-3D5E0F06E057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928" v="492"/>
          <ac:spMkLst>
            <pc:docMk/>
            <pc:sldMk cId="4026111224" sldId="279"/>
            <ac:spMk id="60" creationId="{CCF270FE-57FE-AD82-64F3-DA45333B0269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943" v="493"/>
          <ac:spMkLst>
            <pc:docMk/>
            <pc:sldMk cId="4026111224" sldId="279"/>
            <ac:spMk id="62" creationId="{612E98CE-F315-91EC-498F-BBB6989DC257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959" v="494"/>
          <ac:spMkLst>
            <pc:docMk/>
            <pc:sldMk cId="4026111224" sldId="279"/>
            <ac:spMk id="64" creationId="{3536D8C0-C9FB-D710-A1C3-9F317DFA1505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959" v="495"/>
          <ac:spMkLst>
            <pc:docMk/>
            <pc:sldMk cId="4026111224" sldId="279"/>
            <ac:spMk id="66" creationId="{3D345657-4207-F703-F5FB-A37A3E6DA200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975" v="496"/>
          <ac:spMkLst>
            <pc:docMk/>
            <pc:sldMk cId="4026111224" sldId="279"/>
            <ac:spMk id="68" creationId="{5F17EA33-68DC-0C8C-A84A-960233E688EF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4.990" v="497"/>
          <ac:spMkLst>
            <pc:docMk/>
            <pc:sldMk cId="4026111224" sldId="279"/>
            <ac:spMk id="70" creationId="{8483A97D-2E43-E570-DF8C-F011753B9DA6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5.006" v="498"/>
          <ac:spMkLst>
            <pc:docMk/>
            <pc:sldMk cId="4026111224" sldId="279"/>
            <ac:spMk id="72" creationId="{DBEC0500-ED80-8416-F05F-5E09CBC66E37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5.022" v="499"/>
          <ac:spMkLst>
            <pc:docMk/>
            <pc:sldMk cId="4026111224" sldId="279"/>
            <ac:spMk id="74" creationId="{C3984DD3-5A05-7658-3312-EEF0D8B24636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5.037" v="500"/>
          <ac:spMkLst>
            <pc:docMk/>
            <pc:sldMk cId="4026111224" sldId="279"/>
            <ac:spMk id="76" creationId="{F0DD69A4-3EA2-4735-953D-1C8D89AA8431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5.053" v="501"/>
          <ac:spMkLst>
            <pc:docMk/>
            <pc:sldMk cId="4026111224" sldId="279"/>
            <ac:spMk id="78" creationId="{BD18553C-8B7F-66A9-ED1F-DCE19018DF20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5.068" v="502"/>
          <ac:spMkLst>
            <pc:docMk/>
            <pc:sldMk cId="4026111224" sldId="279"/>
            <ac:spMk id="80" creationId="{7A62CE8B-A961-7F52-22D2-6D4C1560BE69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5.084" v="503"/>
          <ac:spMkLst>
            <pc:docMk/>
            <pc:sldMk cId="4026111224" sldId="279"/>
            <ac:spMk id="82" creationId="{0870CD26-2D01-4CEF-9246-D3CDB434BCA4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5.115" v="504"/>
          <ac:spMkLst>
            <pc:docMk/>
            <pc:sldMk cId="4026111224" sldId="279"/>
            <ac:spMk id="84" creationId="{9CAD1AA9-FCDB-669A-1B83-64774F0688BF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5.131" v="505"/>
          <ac:spMkLst>
            <pc:docMk/>
            <pc:sldMk cId="4026111224" sldId="279"/>
            <ac:spMk id="86" creationId="{F3D93C99-2A44-E911-05F7-CFE4A310BD1F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5.147" v="506"/>
          <ac:spMkLst>
            <pc:docMk/>
            <pc:sldMk cId="4026111224" sldId="279"/>
            <ac:spMk id="88" creationId="{71F2764F-8FCF-F2F9-D24C-4EE4AD8F4D7A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5.162" v="507"/>
          <ac:spMkLst>
            <pc:docMk/>
            <pc:sldMk cId="4026111224" sldId="279"/>
            <ac:spMk id="90" creationId="{F31AC491-5B5B-0023-246D-F241EDC6E10F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5.178" v="508"/>
          <ac:spMkLst>
            <pc:docMk/>
            <pc:sldMk cId="4026111224" sldId="279"/>
            <ac:spMk id="92" creationId="{1E6A27B6-A48E-B3F7-EFB2-76DCEA508A31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35.193" v="509"/>
          <ac:spMkLst>
            <pc:docMk/>
            <pc:sldMk cId="4026111224" sldId="279"/>
            <ac:spMk id="94" creationId="{A8E1DA90-21F3-9C53-1641-FBE31646BBFF}"/>
          </ac:spMkLst>
        </pc:spChg>
      </pc:sldChg>
      <pc:sldChg chg="addSp delSp modSp add replId">
        <pc:chgData name="Yasukawa, Leica" userId="S::lyasukawa29@cmc.edu::dc41525a-3039-424d-91e7-ffe03af261be" providerId="AD" clId="Web-{5DA92BDB-245F-3B6D-C621-3E8AE2798C8D}" dt="2026-04-12T21:25:51.053" v="569"/>
        <pc:sldMkLst>
          <pc:docMk/>
          <pc:sldMk cId="2930178545" sldId="280"/>
        </pc:sldMkLst>
        <pc:spChg chg="mod">
          <ac:chgData name="Yasukawa, Leica" userId="S::lyasukawa29@cmc.edu::dc41525a-3039-424d-91e7-ffe03af261be" providerId="AD" clId="Web-{5DA92BDB-245F-3B6D-C621-3E8AE2798C8D}" dt="2026-04-12T21:25:44.850" v="526" actId="20577"/>
          <ac:spMkLst>
            <pc:docMk/>
            <pc:sldMk cId="2930178545" sldId="280"/>
            <ac:spMk id="3" creationId="{94D0C1C2-EF6A-9126-5A59-EF842F01813B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50.960" v="565"/>
          <ac:spMkLst>
            <pc:docMk/>
            <pc:sldMk cId="2930178545" sldId="280"/>
            <ac:spMk id="4" creationId="{83607BEC-B5E0-48F9-E7F7-FCB6DA0818AC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64"/>
          <ac:spMkLst>
            <pc:docMk/>
            <pc:sldMk cId="2930178545" sldId="280"/>
            <ac:spMk id="5" creationId="{19168B57-F490-BDDE-D2DE-473D2F806883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50.975" v="566"/>
          <ac:spMkLst>
            <pc:docMk/>
            <pc:sldMk cId="2930178545" sldId="280"/>
            <ac:spMk id="7" creationId="{D6101DC0-A37A-9957-F32D-62CCBE92EED7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63"/>
          <ac:spMkLst>
            <pc:docMk/>
            <pc:sldMk cId="2930178545" sldId="280"/>
            <ac:spMk id="9" creationId="{76130A75-551C-8D5C-EE62-E4D6A07695D8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50.991" v="567"/>
          <ac:spMkLst>
            <pc:docMk/>
            <pc:sldMk cId="2930178545" sldId="280"/>
            <ac:spMk id="10" creationId="{F2D238DA-381D-3AFA-D4FA-2AE175B0EDD8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51.007" v="568"/>
          <ac:spMkLst>
            <pc:docMk/>
            <pc:sldMk cId="2930178545" sldId="280"/>
            <ac:spMk id="12" creationId="{9ED3A05F-EEC5-AD11-A3BA-0D6A74B2B19D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62"/>
          <ac:spMkLst>
            <pc:docMk/>
            <pc:sldMk cId="2930178545" sldId="280"/>
            <ac:spMk id="13" creationId="{27EB46A0-4F24-6B16-C92F-7FC2EF61D037}"/>
          </ac:spMkLst>
        </pc:spChg>
        <pc:spChg chg="add">
          <ac:chgData name="Yasukawa, Leica" userId="S::lyasukawa29@cmc.edu::dc41525a-3039-424d-91e7-ffe03af261be" providerId="AD" clId="Web-{5DA92BDB-245F-3B6D-C621-3E8AE2798C8D}" dt="2026-04-12T21:25:51.053" v="569"/>
          <ac:spMkLst>
            <pc:docMk/>
            <pc:sldMk cId="2930178545" sldId="280"/>
            <ac:spMk id="15" creationId="{D197AF45-FC0A-ECD6-E50C-6D39037D12F0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61"/>
          <ac:spMkLst>
            <pc:docMk/>
            <pc:sldMk cId="2930178545" sldId="280"/>
            <ac:spMk id="17" creationId="{DADB1256-37C3-EBB4-2ABD-F1A89E67C80D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60"/>
          <ac:spMkLst>
            <pc:docMk/>
            <pc:sldMk cId="2930178545" sldId="280"/>
            <ac:spMk id="21" creationId="{CF006C39-8627-BE15-56ED-EF32804F4794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59"/>
          <ac:spMkLst>
            <pc:docMk/>
            <pc:sldMk cId="2930178545" sldId="280"/>
            <ac:spMk id="25" creationId="{E289CCFD-9132-53B4-F67A-E799F4052FD1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58"/>
          <ac:spMkLst>
            <pc:docMk/>
            <pc:sldMk cId="2930178545" sldId="280"/>
            <ac:spMk id="29" creationId="{08968A63-5AB6-2ED1-3E69-799B51306FC9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57"/>
          <ac:spMkLst>
            <pc:docMk/>
            <pc:sldMk cId="2930178545" sldId="280"/>
            <ac:spMk id="31" creationId="{062ECE83-26A6-F37D-30BF-14B53A059204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56"/>
          <ac:spMkLst>
            <pc:docMk/>
            <pc:sldMk cId="2930178545" sldId="280"/>
            <ac:spMk id="34" creationId="{B5050C18-7013-6639-B365-615046492F16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55"/>
          <ac:spMkLst>
            <pc:docMk/>
            <pc:sldMk cId="2930178545" sldId="280"/>
            <ac:spMk id="38" creationId="{9408DA5B-56E5-D11F-AA09-EFD83FAA9545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54"/>
          <ac:spMkLst>
            <pc:docMk/>
            <pc:sldMk cId="2930178545" sldId="280"/>
            <ac:spMk id="40" creationId="{48CE9F94-3EA6-B206-1D03-7E264ABAB992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53"/>
          <ac:spMkLst>
            <pc:docMk/>
            <pc:sldMk cId="2930178545" sldId="280"/>
            <ac:spMk id="42" creationId="{C3B0EDF8-B383-A015-BD30-0744C94CAA98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52"/>
          <ac:spMkLst>
            <pc:docMk/>
            <pc:sldMk cId="2930178545" sldId="280"/>
            <ac:spMk id="44" creationId="{174BC0AA-B28A-A881-F967-7F42E90B7FFF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51"/>
          <ac:spMkLst>
            <pc:docMk/>
            <pc:sldMk cId="2930178545" sldId="280"/>
            <ac:spMk id="46" creationId="{A3D3FC3D-2721-372D-6FFE-DCA8A331CB16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50"/>
          <ac:spMkLst>
            <pc:docMk/>
            <pc:sldMk cId="2930178545" sldId="280"/>
            <ac:spMk id="48" creationId="{68090964-77E5-4CE0-696C-7ED03B7BAA0A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49"/>
          <ac:spMkLst>
            <pc:docMk/>
            <pc:sldMk cId="2930178545" sldId="280"/>
            <ac:spMk id="50" creationId="{7094B0F8-E3B6-2457-CA7C-110D5603ACCC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48"/>
          <ac:spMkLst>
            <pc:docMk/>
            <pc:sldMk cId="2930178545" sldId="280"/>
            <ac:spMk id="52" creationId="{F44717A3-6CE2-B7B3-F477-F96E66FB9693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47"/>
          <ac:spMkLst>
            <pc:docMk/>
            <pc:sldMk cId="2930178545" sldId="280"/>
            <ac:spMk id="54" creationId="{855CD8BD-9B54-9C37-4D79-51665CE9B999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46"/>
          <ac:spMkLst>
            <pc:docMk/>
            <pc:sldMk cId="2930178545" sldId="280"/>
            <ac:spMk id="56" creationId="{D0523DBE-0387-DF75-2282-5B4D58B50851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45"/>
          <ac:spMkLst>
            <pc:docMk/>
            <pc:sldMk cId="2930178545" sldId="280"/>
            <ac:spMk id="58" creationId="{E9325156-A671-8FA6-7331-C704F3EB87D8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44"/>
          <ac:spMkLst>
            <pc:docMk/>
            <pc:sldMk cId="2930178545" sldId="280"/>
            <ac:spMk id="60" creationId="{C9344FB7-AFC2-1CBF-3150-6DF128C3A965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43"/>
          <ac:spMkLst>
            <pc:docMk/>
            <pc:sldMk cId="2930178545" sldId="280"/>
            <ac:spMk id="62" creationId="{91442C99-2860-42BF-8432-A22FE0DF90BB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42"/>
          <ac:spMkLst>
            <pc:docMk/>
            <pc:sldMk cId="2930178545" sldId="280"/>
            <ac:spMk id="64" creationId="{27E18A8E-510F-951B-8BDC-4B4DB953553B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41"/>
          <ac:spMkLst>
            <pc:docMk/>
            <pc:sldMk cId="2930178545" sldId="280"/>
            <ac:spMk id="66" creationId="{73B5027F-1DE4-4E7D-BAD8-968797F8E312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40"/>
          <ac:spMkLst>
            <pc:docMk/>
            <pc:sldMk cId="2930178545" sldId="280"/>
            <ac:spMk id="68" creationId="{160DDA59-CD69-578A-884B-938600467074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39"/>
          <ac:spMkLst>
            <pc:docMk/>
            <pc:sldMk cId="2930178545" sldId="280"/>
            <ac:spMk id="70" creationId="{CE3BD879-A3E5-9E18-9F62-86FB02AAEDE4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38"/>
          <ac:spMkLst>
            <pc:docMk/>
            <pc:sldMk cId="2930178545" sldId="280"/>
            <ac:spMk id="72" creationId="{A007330F-35A7-DAB5-01B4-758C61DBD133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37"/>
          <ac:spMkLst>
            <pc:docMk/>
            <pc:sldMk cId="2930178545" sldId="280"/>
            <ac:spMk id="74" creationId="{272C27AF-2636-B0CE-8024-7A5420C1F845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36"/>
          <ac:spMkLst>
            <pc:docMk/>
            <pc:sldMk cId="2930178545" sldId="280"/>
            <ac:spMk id="76" creationId="{CC72F334-B6F5-4507-F37D-DBBFD4E4E4FB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35"/>
          <ac:spMkLst>
            <pc:docMk/>
            <pc:sldMk cId="2930178545" sldId="280"/>
            <ac:spMk id="78" creationId="{3FD06490-72B6-6E9A-F31B-815217FCFE14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34"/>
          <ac:spMkLst>
            <pc:docMk/>
            <pc:sldMk cId="2930178545" sldId="280"/>
            <ac:spMk id="80" creationId="{814CE142-9C49-60A5-5F72-1046188C4D5B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33"/>
          <ac:spMkLst>
            <pc:docMk/>
            <pc:sldMk cId="2930178545" sldId="280"/>
            <ac:spMk id="82" creationId="{C554ADBF-0206-4E5D-C8F6-1597F1CB834D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32"/>
          <ac:spMkLst>
            <pc:docMk/>
            <pc:sldMk cId="2930178545" sldId="280"/>
            <ac:spMk id="84" creationId="{786A946A-1E38-C5E4-9D26-4997D9E6E72D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31"/>
          <ac:spMkLst>
            <pc:docMk/>
            <pc:sldMk cId="2930178545" sldId="280"/>
            <ac:spMk id="86" creationId="{9A3546EF-6304-47C0-D878-CC5C93BD3B79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30"/>
          <ac:spMkLst>
            <pc:docMk/>
            <pc:sldMk cId="2930178545" sldId="280"/>
            <ac:spMk id="88" creationId="{E15B6B94-C5E7-C255-596C-539EC04A4F05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29"/>
          <ac:spMkLst>
            <pc:docMk/>
            <pc:sldMk cId="2930178545" sldId="280"/>
            <ac:spMk id="90" creationId="{9EAC8506-6BC8-66A2-735E-E67CE67DC4D9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28"/>
          <ac:spMkLst>
            <pc:docMk/>
            <pc:sldMk cId="2930178545" sldId="280"/>
            <ac:spMk id="92" creationId="{93A3B952-65B0-53C0-752E-97BED4B86671}"/>
          </ac:spMkLst>
        </pc:spChg>
        <pc:spChg chg="del">
          <ac:chgData name="Yasukawa, Leica" userId="S::lyasukawa29@cmc.edu::dc41525a-3039-424d-91e7-ffe03af261be" providerId="AD" clId="Web-{5DA92BDB-245F-3B6D-C621-3E8AE2798C8D}" dt="2026-04-12T21:25:50.616" v="527"/>
          <ac:spMkLst>
            <pc:docMk/>
            <pc:sldMk cId="2930178545" sldId="280"/>
            <ac:spMk id="94" creationId="{FFDB822E-ADF6-0ED9-F805-96997DE5F3BC}"/>
          </ac:spMkLst>
        </pc:spChg>
      </pc:sldChg>
      <pc:sldChg chg="addSp delSp modSp add replId">
        <pc:chgData name="Yasukawa, Leica" userId="S::lyasukawa29@cmc.edu::dc41525a-3039-424d-91e7-ffe03af261be" providerId="AD" clId="Web-{5DA92BDB-245F-3B6D-C621-3E8AE2798C8D}" dt="2026-04-12T21:26:21.023" v="591"/>
        <pc:sldMkLst>
          <pc:docMk/>
          <pc:sldMk cId="3169345227" sldId="281"/>
        </pc:sldMkLst>
        <pc:spChg chg="add">
          <ac:chgData name="Yasukawa, Leica" userId="S::lyasukawa29@cmc.edu::dc41525a-3039-424d-91e7-ffe03af261be" providerId="AD" clId="Web-{5DA92BDB-245F-3B6D-C621-3E8AE2798C8D}" dt="2026-04-12T21:26:21.023" v="591"/>
          <ac:spMkLst>
            <pc:docMk/>
            <pc:sldMk cId="3169345227" sldId="281"/>
            <ac:spMk id="2" creationId="{94E979A8-E802-2F74-BB26-B6B410994020}"/>
          </ac:spMkLst>
        </pc:spChg>
        <pc:spChg chg="mod">
          <ac:chgData name="Yasukawa, Leica" userId="S::lyasukawa29@cmc.edu::dc41525a-3039-424d-91e7-ffe03af261be" providerId="AD" clId="Web-{5DA92BDB-245F-3B6D-C621-3E8AE2798C8D}" dt="2026-04-12T21:26:12.632" v="574" actId="20577"/>
          <ac:spMkLst>
            <pc:docMk/>
            <pc:sldMk cId="3169345227" sldId="281"/>
            <ac:spMk id="3" creationId="{1864135B-F928-B588-52D7-66AB9B3FF0B3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15.398" v="579"/>
          <ac:spMkLst>
            <pc:docMk/>
            <pc:sldMk cId="3169345227" sldId="281"/>
            <ac:spMk id="4" creationId="{7BAD7776-2E6E-988D-816E-35404D12B4EB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21.023" v="591"/>
          <ac:spMkLst>
            <pc:docMk/>
            <pc:sldMk cId="3169345227" sldId="281"/>
            <ac:spMk id="5" creationId="{1C965B84-EE00-997C-9A19-5AB6477CBAA3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21.023" v="591"/>
          <ac:spMkLst>
            <pc:docMk/>
            <pc:sldMk cId="3169345227" sldId="281"/>
            <ac:spMk id="6" creationId="{C9F74973-A345-7C27-73A8-771D451B576B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15.398" v="578"/>
          <ac:spMkLst>
            <pc:docMk/>
            <pc:sldMk cId="3169345227" sldId="281"/>
            <ac:spMk id="7" creationId="{4FB205F9-C67D-9D35-F156-7DB916C3596E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21.023" v="591"/>
          <ac:spMkLst>
            <pc:docMk/>
            <pc:sldMk cId="3169345227" sldId="281"/>
            <ac:spMk id="8" creationId="{269653EA-A24B-1853-6655-520039F4D97F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21.023" v="591"/>
          <ac:spMkLst>
            <pc:docMk/>
            <pc:sldMk cId="3169345227" sldId="281"/>
            <ac:spMk id="9" creationId="{3453DFC4-5673-0193-FA14-D8F8056E36A3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15.398" v="577"/>
          <ac:spMkLst>
            <pc:docMk/>
            <pc:sldMk cId="3169345227" sldId="281"/>
            <ac:spMk id="10" creationId="{48BC8CAF-3C2C-DD6E-D053-2FA658194A39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15.398" v="576"/>
          <ac:spMkLst>
            <pc:docMk/>
            <pc:sldMk cId="3169345227" sldId="281"/>
            <ac:spMk id="12" creationId="{A830409D-61EE-DD9A-D3BA-A65004556362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21.023" v="591"/>
          <ac:spMkLst>
            <pc:docMk/>
            <pc:sldMk cId="3169345227" sldId="281"/>
            <ac:spMk id="13" creationId="{1CE3A2C7-0602-B1BA-48CC-AA1BE61326DC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21.023" v="591"/>
          <ac:spMkLst>
            <pc:docMk/>
            <pc:sldMk cId="3169345227" sldId="281"/>
            <ac:spMk id="14" creationId="{7AADFD9A-6F3D-7DB5-45AA-FB88A90320EE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15.398" v="575"/>
          <ac:spMkLst>
            <pc:docMk/>
            <pc:sldMk cId="3169345227" sldId="281"/>
            <ac:spMk id="15" creationId="{A1E437FB-5652-B0F6-F517-37BE03FB1363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21.023" v="591"/>
          <ac:spMkLst>
            <pc:docMk/>
            <pc:sldMk cId="3169345227" sldId="281"/>
            <ac:spMk id="16" creationId="{773B6A4A-483B-E54B-A206-24AFBDE9176D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21.023" v="591"/>
          <ac:spMkLst>
            <pc:docMk/>
            <pc:sldMk cId="3169345227" sldId="281"/>
            <ac:spMk id="17" creationId="{8BBC43BD-378D-BF8B-3354-CBACF6ACE883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21.023" v="591"/>
          <ac:spMkLst>
            <pc:docMk/>
            <pc:sldMk cId="3169345227" sldId="281"/>
            <ac:spMk id="18" creationId="{2055DE64-91FB-068B-519E-52DBF325FE48}"/>
          </ac:spMkLst>
        </pc:spChg>
      </pc:sldChg>
      <pc:sldChg chg="addSp delSp modSp add replId">
        <pc:chgData name="Yasukawa, Leica" userId="S::lyasukawa29@cmc.edu::dc41525a-3039-424d-91e7-ffe03af261be" providerId="AD" clId="Web-{5DA92BDB-245F-3B6D-C621-3E8AE2798C8D}" dt="2026-04-12T21:26:41.540" v="622"/>
        <pc:sldMkLst>
          <pc:docMk/>
          <pc:sldMk cId="697253503" sldId="282"/>
        </pc:sldMkLst>
        <pc:spChg chg="del">
          <ac:chgData name="Yasukawa, Leica" userId="S::lyasukawa29@cmc.edu::dc41525a-3039-424d-91e7-ffe03af261be" providerId="AD" clId="Web-{5DA92BDB-245F-3B6D-C621-3E8AE2798C8D}" dt="2026-04-12T21:26:36.352" v="614"/>
          <ac:spMkLst>
            <pc:docMk/>
            <pc:sldMk cId="697253503" sldId="282"/>
            <ac:spMk id="2" creationId="{889ECE70-E8B0-04D8-C008-78397A280A6C}"/>
          </ac:spMkLst>
        </pc:spChg>
        <pc:spChg chg="mod">
          <ac:chgData name="Yasukawa, Leica" userId="S::lyasukawa29@cmc.edu::dc41525a-3039-424d-91e7-ffe03af261be" providerId="AD" clId="Web-{5DA92BDB-245F-3B6D-C621-3E8AE2798C8D}" dt="2026-04-12T21:26:30.868" v="603" actId="20577"/>
          <ac:spMkLst>
            <pc:docMk/>
            <pc:sldMk cId="697253503" sldId="282"/>
            <ac:spMk id="3" creationId="{873B59CC-0490-3A7F-6E35-69156F00D770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36.352" v="613"/>
          <ac:spMkLst>
            <pc:docMk/>
            <pc:sldMk cId="697253503" sldId="282"/>
            <ac:spMk id="5" creationId="{B6394889-9D2D-FD7A-B16A-E7EA92F4BDE5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36.352" v="612"/>
          <ac:spMkLst>
            <pc:docMk/>
            <pc:sldMk cId="697253503" sldId="282"/>
            <ac:spMk id="6" creationId="{C5FBC4C8-1D7B-5128-F174-6864C0B18668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41.430" v="615"/>
          <ac:spMkLst>
            <pc:docMk/>
            <pc:sldMk cId="697253503" sldId="282"/>
            <ac:spMk id="7" creationId="{61BD9C7A-EEF9-F6CA-1B9E-FC5C597CDFAA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36.352" v="611"/>
          <ac:spMkLst>
            <pc:docMk/>
            <pc:sldMk cId="697253503" sldId="282"/>
            <ac:spMk id="8" creationId="{B43EEF88-1B5A-60FF-A16A-175D259C84FE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36.336" v="610"/>
          <ac:spMkLst>
            <pc:docMk/>
            <pc:sldMk cId="697253503" sldId="282"/>
            <ac:spMk id="9" creationId="{96B316D3-BDFC-1940-84F8-ABFCF8560955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36.336" v="609"/>
          <ac:spMkLst>
            <pc:docMk/>
            <pc:sldMk cId="697253503" sldId="282"/>
            <ac:spMk id="11" creationId="{2FD75977-5665-8AB8-F2E3-68E0869E223D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41.462" v="616"/>
          <ac:spMkLst>
            <pc:docMk/>
            <pc:sldMk cId="697253503" sldId="282"/>
            <ac:spMk id="12" creationId="{B16F021A-4331-28DF-0D5A-4CB8AF01DED3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36.336" v="608"/>
          <ac:spMkLst>
            <pc:docMk/>
            <pc:sldMk cId="697253503" sldId="282"/>
            <ac:spMk id="13" creationId="{08333FB4-99B2-F9AF-2446-A605336AC142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36.336" v="607"/>
          <ac:spMkLst>
            <pc:docMk/>
            <pc:sldMk cId="697253503" sldId="282"/>
            <ac:spMk id="14" creationId="{4631313C-3863-75C4-3F5E-95D1886DCF54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36.336" v="606"/>
          <ac:spMkLst>
            <pc:docMk/>
            <pc:sldMk cId="697253503" sldId="282"/>
            <ac:spMk id="16" creationId="{CDAE02C7-CC67-EAB8-F7D8-A31A93689CC0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36.336" v="605"/>
          <ac:spMkLst>
            <pc:docMk/>
            <pc:sldMk cId="697253503" sldId="282"/>
            <ac:spMk id="17" creationId="{A2316E07-15F0-D92C-30A4-E02EABEC384F}"/>
          </ac:spMkLst>
        </pc:spChg>
        <pc:spChg chg="del">
          <ac:chgData name="Yasukawa, Leica" userId="S::lyasukawa29@cmc.edu::dc41525a-3039-424d-91e7-ffe03af261be" providerId="AD" clId="Web-{5DA92BDB-245F-3B6D-C621-3E8AE2798C8D}" dt="2026-04-12T21:26:36.336" v="604"/>
          <ac:spMkLst>
            <pc:docMk/>
            <pc:sldMk cId="697253503" sldId="282"/>
            <ac:spMk id="18" creationId="{9EDECC9C-C9C7-BFEC-6114-7DDBE21B0BEF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41.462" v="617"/>
          <ac:spMkLst>
            <pc:docMk/>
            <pc:sldMk cId="697253503" sldId="282"/>
            <ac:spMk id="19" creationId="{D8B622C5-B381-5D84-70AC-E4C20E521D9B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41.477" v="618"/>
          <ac:spMkLst>
            <pc:docMk/>
            <pc:sldMk cId="697253503" sldId="282"/>
            <ac:spMk id="21" creationId="{DD204F78-A1B7-1B36-0945-0A03BC1B0E44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41.493" v="619"/>
          <ac:spMkLst>
            <pc:docMk/>
            <pc:sldMk cId="697253503" sldId="282"/>
            <ac:spMk id="23" creationId="{7CA6E4F5-5019-1377-FCA3-549E2E32BBD0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41.509" v="620"/>
          <ac:spMkLst>
            <pc:docMk/>
            <pc:sldMk cId="697253503" sldId="282"/>
            <ac:spMk id="25" creationId="{3DCDFA8D-2DF7-0D6B-CA63-D40A69EEED6A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41.509" v="621"/>
          <ac:spMkLst>
            <pc:docMk/>
            <pc:sldMk cId="697253503" sldId="282"/>
            <ac:spMk id="27" creationId="{57D6AB79-8B69-3505-5FAF-F83CA309FECC}"/>
          </ac:spMkLst>
        </pc:spChg>
        <pc:spChg chg="add">
          <ac:chgData name="Yasukawa, Leica" userId="S::lyasukawa29@cmc.edu::dc41525a-3039-424d-91e7-ffe03af261be" providerId="AD" clId="Web-{5DA92BDB-245F-3B6D-C621-3E8AE2798C8D}" dt="2026-04-12T21:26:41.540" v="622"/>
          <ac:spMkLst>
            <pc:docMk/>
            <pc:sldMk cId="697253503" sldId="282"/>
            <ac:spMk id="29" creationId="{52C358BB-DA62-0E0E-55DC-6D411A3C644F}"/>
          </ac:spMkLst>
        </pc:spChg>
      </pc:sldChg>
      <pc:sldChg chg="del">
        <pc:chgData name="Yasukawa, Leica" userId="S::lyasukawa29@cmc.edu::dc41525a-3039-424d-91e7-ffe03af261be" providerId="AD" clId="Web-{5DA92BDB-245F-3B6D-C621-3E8AE2798C8D}" dt="2026-04-12T21:01:34.908" v="0"/>
        <pc:sldMkLst>
          <pc:docMk/>
          <pc:sldMk cId="1502292827" sldId="13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E2E4B-9FC0-A94F-9BA3-AE1E93409FA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505957-6C36-FF47-9411-BB41396A6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94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505957-6C36-FF47-9411-BB41396A66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98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A6F4D26-85A8-E504-3CA1-B4CF62600D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26996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F96651-9321-7C87-0B95-3D4C3FCFADEC}"/>
              </a:ext>
            </a:extLst>
          </p:cNvPr>
          <p:cNvSpPr/>
          <p:nvPr/>
        </p:nvSpPr>
        <p:spPr>
          <a:xfrm>
            <a:off x="-13283" y="0"/>
            <a:ext cx="4658356" cy="6858000"/>
          </a:xfrm>
          <a:prstGeom prst="rect">
            <a:avLst/>
          </a:prstGeom>
          <a:solidFill>
            <a:schemeClr val="dk1">
              <a:alpha val="53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64E368-0771-CA56-5C94-9B57E3472A86}"/>
              </a:ext>
            </a:extLst>
          </p:cNvPr>
          <p:cNvSpPr txBox="1">
            <a:spLocks/>
          </p:cNvSpPr>
          <p:nvPr/>
        </p:nvSpPr>
        <p:spPr>
          <a:xfrm>
            <a:off x="368297" y="1468787"/>
            <a:ext cx="3921761" cy="14190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5000" b="1">
                <a:solidFill>
                  <a:schemeClr val="bg1"/>
                </a:solidFill>
                <a:latin typeface="Book Antiqua"/>
              </a:rPr>
              <a:t>Nightbreak</a:t>
            </a:r>
          </a:p>
          <a:p>
            <a:pPr algn="ctr"/>
            <a:r>
              <a:rPr sz="5000" b="1">
                <a:solidFill>
                  <a:schemeClr val="bg1"/>
                </a:solidFill>
                <a:latin typeface="Book Antiqua"/>
              </a:rPr>
              <a:t>Cafe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9AD95F-402B-B498-0B98-08A9243F5BDD}"/>
              </a:ext>
            </a:extLst>
          </p:cNvPr>
          <p:cNvSpPr txBox="1">
            <a:spLocks/>
          </p:cNvSpPr>
          <p:nvPr/>
        </p:nvSpPr>
        <p:spPr>
          <a:xfrm>
            <a:off x="368297" y="3037000"/>
            <a:ext cx="3921761" cy="7241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2400" b="1">
                <a:solidFill>
                  <a:schemeClr val="bg1"/>
                </a:solidFill>
                <a:latin typeface="Book Antiqua"/>
              </a:rPr>
              <a:t>Mobile Ordering System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825DA3-26A9-7EC6-5AF0-488DA740755D}"/>
              </a:ext>
            </a:extLst>
          </p:cNvPr>
          <p:cNvCxnSpPr>
            <a:cxnSpLocks/>
          </p:cNvCxnSpPr>
          <p:nvPr/>
        </p:nvCxnSpPr>
        <p:spPr>
          <a:xfrm>
            <a:off x="436876" y="3761192"/>
            <a:ext cx="3784605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9796674A-E27B-2C96-DCC6-E90BDCE76032}"/>
              </a:ext>
            </a:extLst>
          </p:cNvPr>
          <p:cNvSpPr txBox="1">
            <a:spLocks/>
          </p:cNvSpPr>
          <p:nvPr/>
        </p:nvSpPr>
        <p:spPr>
          <a:xfrm>
            <a:off x="367024" y="4041739"/>
            <a:ext cx="4126822" cy="24122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Book Antiqua"/>
              </a:rPr>
              <a:t>Justin</a:t>
            </a:r>
            <a:br>
              <a:rPr lang="en-US" sz="1800" b="1" dirty="0">
                <a:solidFill>
                  <a:schemeClr val="bg1"/>
                </a:solidFill>
                <a:latin typeface="Book Antiqua"/>
              </a:rPr>
            </a:br>
            <a:r>
              <a:rPr lang="en-US" sz="1800" b="1" dirty="0">
                <a:solidFill>
                  <a:schemeClr val="bg1"/>
                </a:solidFill>
                <a:latin typeface="Book Antiqua"/>
              </a:rPr>
              <a:t>Leica</a:t>
            </a:r>
            <a:br>
              <a:rPr lang="en-US" sz="1800" b="1" dirty="0">
                <a:solidFill>
                  <a:schemeClr val="bg1"/>
                </a:solidFill>
                <a:latin typeface="Book Antiqua"/>
              </a:rPr>
            </a:br>
            <a:r>
              <a:rPr lang="en-US" sz="1800" b="1" dirty="0">
                <a:solidFill>
                  <a:schemeClr val="bg1"/>
                </a:solidFill>
                <a:latin typeface="Book Antiqua"/>
              </a:rPr>
              <a:t>Nicholas</a:t>
            </a:r>
          </a:p>
          <a:p>
            <a:endParaRPr lang="en-US" sz="1800" b="1" dirty="0">
              <a:solidFill>
                <a:schemeClr val="bg1"/>
              </a:solidFill>
              <a:latin typeface="Book Antiqua"/>
            </a:endParaRPr>
          </a:p>
          <a:p>
            <a:r>
              <a:rPr sz="1800" b="1" dirty="0">
                <a:solidFill>
                  <a:schemeClr val="bg1"/>
                </a:solidFill>
                <a:latin typeface="Book Antiqua"/>
              </a:rPr>
              <a:t>Professor: Dr. Benyamin </a:t>
            </a:r>
            <a:r>
              <a:rPr sz="1800" b="1" dirty="0" err="1">
                <a:solidFill>
                  <a:schemeClr val="bg1"/>
                </a:solidFill>
                <a:latin typeface="Book Antiqua"/>
              </a:rPr>
              <a:t>Ahmadnia</a:t>
            </a:r>
            <a:endParaRPr sz="1800" b="1" dirty="0">
              <a:solidFill>
                <a:schemeClr val="bg1"/>
              </a:solidFill>
              <a:latin typeface="Book Antiqua"/>
            </a:endParaRPr>
          </a:p>
          <a:p>
            <a:r>
              <a:rPr sz="1800" b="1" dirty="0">
                <a:solidFill>
                  <a:schemeClr val="bg1"/>
                </a:solidFill>
                <a:latin typeface="Book Antiqua"/>
              </a:rPr>
              <a:t>Presentation Date: </a:t>
            </a:r>
            <a:r>
              <a:rPr lang="en-US" sz="1800" b="1" dirty="0">
                <a:solidFill>
                  <a:schemeClr val="bg1"/>
                </a:solidFill>
                <a:latin typeface="Book Antiqua"/>
              </a:rPr>
              <a:t>04/30/26</a:t>
            </a:r>
            <a:endParaRPr sz="1800" b="1" dirty="0">
              <a:solidFill>
                <a:schemeClr val="bg1"/>
              </a:solidFill>
              <a:latin typeface="Book Antiqu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5A143B1-D198-E5DC-87EF-7324C5FBD152}"/>
              </a:ext>
            </a:extLst>
          </p:cNvPr>
          <p:cNvSpPr/>
          <p:nvPr/>
        </p:nvSpPr>
        <p:spPr>
          <a:xfrm>
            <a:off x="9430433" y="338797"/>
            <a:ext cx="1828800" cy="1828800"/>
          </a:xfrm>
          <a:prstGeom prst="ellipse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A2B2F2A-15EE-ACAF-0DCA-88F4FC45EB6F}"/>
              </a:ext>
            </a:extLst>
          </p:cNvPr>
          <p:cNvSpPr/>
          <p:nvPr/>
        </p:nvSpPr>
        <p:spPr>
          <a:xfrm>
            <a:off x="9933353" y="201637"/>
            <a:ext cx="1737360" cy="1737360"/>
          </a:xfrm>
          <a:prstGeom prst="ellipse">
            <a:avLst/>
          </a:prstGeom>
          <a:solidFill>
            <a:srgbClr val="362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D71C081-51BB-A6C9-BEF3-3E10EE93469D}"/>
              </a:ext>
            </a:extLst>
          </p:cNvPr>
          <p:cNvSpPr/>
          <p:nvPr/>
        </p:nvSpPr>
        <p:spPr>
          <a:xfrm>
            <a:off x="8138160" y="1097280"/>
            <a:ext cx="27432" cy="27432"/>
          </a:xfrm>
          <a:prstGeom prst="round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CF34C60-7893-BB7A-FF36-3849D3E8C01D}"/>
              </a:ext>
            </a:extLst>
          </p:cNvPr>
          <p:cNvSpPr/>
          <p:nvPr/>
        </p:nvSpPr>
        <p:spPr>
          <a:xfrm>
            <a:off x="10515600" y="2743200"/>
            <a:ext cx="45720" cy="45720"/>
          </a:xfrm>
          <a:prstGeom prst="round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6C430C2-4F79-C333-8A3A-2D6E18B5938A}"/>
              </a:ext>
            </a:extLst>
          </p:cNvPr>
          <p:cNvSpPr/>
          <p:nvPr/>
        </p:nvSpPr>
        <p:spPr>
          <a:xfrm>
            <a:off x="1600200" y="914400"/>
            <a:ext cx="36576" cy="36576"/>
          </a:xfrm>
          <a:prstGeom prst="round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95350A9-A4BD-71FA-6EF9-30FF05D21628}"/>
              </a:ext>
            </a:extLst>
          </p:cNvPr>
          <p:cNvSpPr/>
          <p:nvPr/>
        </p:nvSpPr>
        <p:spPr>
          <a:xfrm>
            <a:off x="1097280" y="640080"/>
            <a:ext cx="54864" cy="54864"/>
          </a:xfrm>
          <a:prstGeom prst="round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F11FF50-4A70-E6CF-131A-6DAF2A6C8095}"/>
              </a:ext>
            </a:extLst>
          </p:cNvPr>
          <p:cNvSpPr/>
          <p:nvPr/>
        </p:nvSpPr>
        <p:spPr>
          <a:xfrm>
            <a:off x="10344833" y="5341815"/>
            <a:ext cx="36576" cy="36576"/>
          </a:xfrm>
          <a:prstGeom prst="round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1413623-6636-394F-3ED5-853F2AC6BA40}"/>
              </a:ext>
            </a:extLst>
          </p:cNvPr>
          <p:cNvSpPr/>
          <p:nvPr/>
        </p:nvSpPr>
        <p:spPr>
          <a:xfrm>
            <a:off x="7570566" y="3168357"/>
            <a:ext cx="54864" cy="54864"/>
          </a:xfrm>
          <a:prstGeom prst="round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B1E0E32-9394-61F3-9220-5BFB05FBCDE0}"/>
              </a:ext>
            </a:extLst>
          </p:cNvPr>
          <p:cNvSpPr/>
          <p:nvPr/>
        </p:nvSpPr>
        <p:spPr>
          <a:xfrm>
            <a:off x="5634892" y="6084277"/>
            <a:ext cx="45720" cy="45720"/>
          </a:xfrm>
          <a:prstGeom prst="round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0AC5361-B538-17AD-67B5-A90E01EA7D06}"/>
              </a:ext>
            </a:extLst>
          </p:cNvPr>
          <p:cNvSpPr/>
          <p:nvPr/>
        </p:nvSpPr>
        <p:spPr>
          <a:xfrm>
            <a:off x="3218376" y="2539218"/>
            <a:ext cx="27432" cy="27432"/>
          </a:xfrm>
          <a:prstGeom prst="round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B9BC02E-97E5-FCC9-16D4-C27A9C09DA83}"/>
              </a:ext>
            </a:extLst>
          </p:cNvPr>
          <p:cNvSpPr/>
          <p:nvPr/>
        </p:nvSpPr>
        <p:spPr>
          <a:xfrm>
            <a:off x="2294594" y="4462524"/>
            <a:ext cx="45720" cy="45720"/>
          </a:xfrm>
          <a:prstGeom prst="round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35916C4-A798-D37C-CE6E-B8ED25CFA500}"/>
              </a:ext>
            </a:extLst>
          </p:cNvPr>
          <p:cNvSpPr/>
          <p:nvPr/>
        </p:nvSpPr>
        <p:spPr>
          <a:xfrm>
            <a:off x="1154567" y="6127554"/>
            <a:ext cx="27432" cy="27432"/>
          </a:xfrm>
          <a:prstGeom prst="round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572785E-BFB3-610E-21B5-AAC11B2F5B6B}"/>
              </a:ext>
            </a:extLst>
          </p:cNvPr>
          <p:cNvSpPr/>
          <p:nvPr/>
        </p:nvSpPr>
        <p:spPr>
          <a:xfrm>
            <a:off x="5266006" y="1911565"/>
            <a:ext cx="27432" cy="27432"/>
          </a:xfrm>
          <a:prstGeom prst="round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B838E2E-23DA-A411-76D2-66606B5195D3}"/>
              </a:ext>
            </a:extLst>
          </p:cNvPr>
          <p:cNvSpPr/>
          <p:nvPr/>
        </p:nvSpPr>
        <p:spPr>
          <a:xfrm>
            <a:off x="4864135" y="183349"/>
            <a:ext cx="36576" cy="36576"/>
          </a:xfrm>
          <a:prstGeom prst="round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DCC47CED-ACE4-A665-7B96-BF9B3A1868CD}"/>
              </a:ext>
            </a:extLst>
          </p:cNvPr>
          <p:cNvSpPr txBox="1">
            <a:spLocks/>
          </p:cNvSpPr>
          <p:nvPr/>
        </p:nvSpPr>
        <p:spPr>
          <a:xfrm>
            <a:off x="355014" y="1206997"/>
            <a:ext cx="3921761" cy="3437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1200" b="1">
                <a:solidFill>
                  <a:schemeClr val="bg1"/>
                </a:solidFill>
                <a:latin typeface="Book Antiqua"/>
              </a:rPr>
              <a:t>CSCI 046 - 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4135512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5715" y="214851"/>
            <a:ext cx="653573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 dirty="0" err="1">
                <a:latin typeface="Book Antiqua"/>
              </a:rPr>
              <a:t>Nightbreak</a:t>
            </a:r>
            <a:r>
              <a:rPr sz="2800" b="1" dirty="0">
                <a:latin typeface="Book Antiqua"/>
              </a:rPr>
              <a:t> Caf</a:t>
            </a:r>
            <a:r>
              <a:rPr lang="en-US" sz="2800" b="1" dirty="0">
                <a:latin typeface="Book Antiqua"/>
              </a:rPr>
              <a:t>é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7427" y="1339182"/>
            <a:ext cx="2514600" cy="1807975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8867" y="1448911"/>
            <a:ext cx="411480" cy="374064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CF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1787" y="1448911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A2523"/>
                </a:solidFill>
                <a:latin typeface="Aptos Display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155" y="1842103"/>
            <a:ext cx="229514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topic, motivation, and project goal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92107" y="1339182"/>
            <a:ext cx="2514600" cy="1807975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983547" y="1448911"/>
            <a:ext cx="411480" cy="374064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CF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467" y="1448911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A2523"/>
                </a:solidFill>
                <a:latin typeface="Aptos Display"/>
              </a:rP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1835" y="1842103"/>
            <a:ext cx="229514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what the system needs to organize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6787" y="1339182"/>
            <a:ext cx="2514600" cy="1807975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38227" y="1448911"/>
            <a:ext cx="411480" cy="374064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CF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41147" y="1448911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A2523"/>
                </a:solidFill>
                <a:latin typeface="Aptos Display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6515" y="1842103"/>
            <a:ext cx="229514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main workflow of the 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427" y="3799684"/>
            <a:ext cx="2514600" cy="1807975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8867" y="3909413"/>
            <a:ext cx="411480" cy="374064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CF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1787" y="3909413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A2523"/>
                </a:solidFill>
                <a:latin typeface="Aptos Display"/>
              </a:rPr>
              <a:t>Methodology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155" y="4302605"/>
            <a:ext cx="229514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data structures used in the project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92107" y="3799684"/>
            <a:ext cx="2514600" cy="1807975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983547" y="3909413"/>
            <a:ext cx="411480" cy="374064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CF8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6467" y="3909413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A2523"/>
                </a:solidFill>
                <a:latin typeface="Aptos Display"/>
              </a:rPr>
              <a:t>Code Deep Dive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1835" y="4302605"/>
            <a:ext cx="229514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linked list, queue, hash table, BST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6787" y="3799684"/>
            <a:ext cx="2514600" cy="1807975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38227" y="3909413"/>
            <a:ext cx="411480" cy="374064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CF8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1147" y="3909413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A2523"/>
                </a:solidFill>
                <a:latin typeface="Aptos Display"/>
              </a:rPr>
              <a:t>Results +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6515" y="4302605"/>
            <a:ext cx="229514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tests, benchmark, and sample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7147" y="1488934"/>
            <a:ext cx="1234440" cy="4239390"/>
          </a:xfrm>
          <a:prstGeom prst="roundRect">
            <a:avLst/>
          </a:prstGeom>
          <a:solidFill>
            <a:srgbClr val="F9F5EF"/>
          </a:solidFill>
          <a:ln w="13970">
            <a:solidFill>
              <a:srgbClr val="BA6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+</a:t>
            </a:r>
          </a:p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Add logo or</a:t>
            </a:r>
          </a:p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cover image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469AA8C-63B1-CB62-FEA9-91A961057F02}"/>
              </a:ext>
            </a:extLst>
          </p:cNvPr>
          <p:cNvCxnSpPr>
            <a:cxnSpLocks/>
          </p:cNvCxnSpPr>
          <p:nvPr/>
        </p:nvCxnSpPr>
        <p:spPr>
          <a:xfrm>
            <a:off x="566441" y="712099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66033F-E19B-9B16-1AA7-07E04A3FA4D2}"/>
              </a:ext>
            </a:extLst>
          </p:cNvPr>
          <p:cNvCxnSpPr>
            <a:cxnSpLocks/>
          </p:cNvCxnSpPr>
          <p:nvPr/>
        </p:nvCxnSpPr>
        <p:spPr>
          <a:xfrm>
            <a:off x="566441" y="6375175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3B3A80C1-2C6A-E3D2-84B0-F3149F266897}"/>
              </a:ext>
            </a:extLst>
          </p:cNvPr>
          <p:cNvSpPr txBox="1">
            <a:spLocks/>
          </p:cNvSpPr>
          <p:nvPr/>
        </p:nvSpPr>
        <p:spPr>
          <a:xfrm>
            <a:off x="8868870" y="6483434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GB" sz="1200" smtClean="0">
                <a:latin typeface="Book Antiqua" panose="02040602050305030304" pitchFamily="18" charset="0"/>
              </a:rPr>
              <a:pPr algn="r"/>
              <a:t>2</a:t>
            </a:fld>
            <a:endParaRPr lang="en-GB" sz="1200"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211D31-51BE-45CA-1046-CC8B97E18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151FDA-6FB0-F6FE-4762-88F38242C5D3}"/>
              </a:ext>
            </a:extLst>
          </p:cNvPr>
          <p:cNvSpPr txBox="1"/>
          <p:nvPr/>
        </p:nvSpPr>
        <p:spPr>
          <a:xfrm>
            <a:off x="625715" y="214851"/>
            <a:ext cx="653573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>
                <a:latin typeface="Book Antiqua" panose="02040602050305030304" pitchFamily="18" charset="0"/>
              </a:rPr>
              <a:t>Introduction</a:t>
            </a:r>
            <a:endParaRPr sz="2800" b="1">
              <a:latin typeface="Book Antiqua" panose="02040602050305030304" pitchFamily="18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2435F04-7615-A2D6-7B82-6DF596263E64}"/>
              </a:ext>
            </a:extLst>
          </p:cNvPr>
          <p:cNvCxnSpPr>
            <a:cxnSpLocks/>
          </p:cNvCxnSpPr>
          <p:nvPr/>
        </p:nvCxnSpPr>
        <p:spPr>
          <a:xfrm>
            <a:off x="566441" y="712099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5E9C21D-7588-E7B1-03D0-1DD53BB7CC55}"/>
              </a:ext>
            </a:extLst>
          </p:cNvPr>
          <p:cNvCxnSpPr>
            <a:cxnSpLocks/>
          </p:cNvCxnSpPr>
          <p:nvPr/>
        </p:nvCxnSpPr>
        <p:spPr>
          <a:xfrm>
            <a:off x="566441" y="6375175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3A2E1603-F0DA-68B9-5AF7-4ABC06D87FED}"/>
              </a:ext>
            </a:extLst>
          </p:cNvPr>
          <p:cNvSpPr txBox="1">
            <a:spLocks/>
          </p:cNvSpPr>
          <p:nvPr/>
        </p:nvSpPr>
        <p:spPr>
          <a:xfrm>
            <a:off x="8868870" y="6483434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GB" sz="1200" smtClean="0">
                <a:latin typeface="Book Antiqua" panose="02040602050305030304" pitchFamily="18" charset="0"/>
              </a:rPr>
              <a:pPr algn="r"/>
              <a:t>3</a:t>
            </a:fld>
            <a:endParaRPr lang="en-GB" sz="1200">
              <a:latin typeface="Book Antiqua" panose="02040602050305030304" pitchFamily="18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6BA3CEC-A621-BDBD-C185-46A9C064A797}"/>
              </a:ext>
            </a:extLst>
          </p:cNvPr>
          <p:cNvSpPr/>
          <p:nvPr/>
        </p:nvSpPr>
        <p:spPr>
          <a:xfrm>
            <a:off x="975360" y="1488455"/>
            <a:ext cx="2880360" cy="123444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C9D37-D97C-8D5A-3F31-5918D609D43B}"/>
              </a:ext>
            </a:extLst>
          </p:cNvPr>
          <p:cNvSpPr txBox="1"/>
          <p:nvPr/>
        </p:nvSpPr>
        <p:spPr>
          <a:xfrm>
            <a:off x="1103376" y="1579895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Why a cafe system?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628E9C-9EEB-3BB8-4C06-AC88ED7C1F9D}"/>
              </a:ext>
            </a:extLst>
          </p:cNvPr>
          <p:cNvSpPr txBox="1"/>
          <p:nvPr/>
        </p:nvSpPr>
        <p:spPr>
          <a:xfrm>
            <a:off x="1103376" y="1899935"/>
            <a:ext cx="262432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Cafe ordering has repeated actions that fit data structures naturally. Customers need quick access, and staff need a kitchen process that stays organized.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1B9DE9B-45EE-C7AD-37E3-35A21A60924A}"/>
              </a:ext>
            </a:extLst>
          </p:cNvPr>
          <p:cNvSpPr/>
          <p:nvPr/>
        </p:nvSpPr>
        <p:spPr>
          <a:xfrm>
            <a:off x="975360" y="2860055"/>
            <a:ext cx="2880360" cy="123444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0D0A14-B533-4573-51F1-0E4EE0065149}"/>
              </a:ext>
            </a:extLst>
          </p:cNvPr>
          <p:cNvSpPr txBox="1"/>
          <p:nvPr/>
        </p:nvSpPr>
        <p:spPr>
          <a:xfrm>
            <a:off x="1103376" y="2951495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Why keep it simple?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1577E5-8126-5D33-BC68-FA456B27B0FC}"/>
              </a:ext>
            </a:extLst>
          </p:cNvPr>
          <p:cNvSpPr txBox="1"/>
          <p:nvPr/>
        </p:nvSpPr>
        <p:spPr>
          <a:xfrm>
            <a:off x="1103376" y="3271535"/>
            <a:ext cx="262432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The final version stays close to the lecture slides on purpose. That makes the code easier to explain and easier to defend as classwork.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031D6D4-4E4F-FB3F-7B9F-249AEBEE4BC1}"/>
              </a:ext>
            </a:extLst>
          </p:cNvPr>
          <p:cNvSpPr/>
          <p:nvPr/>
        </p:nvSpPr>
        <p:spPr>
          <a:xfrm>
            <a:off x="975360" y="4231655"/>
            <a:ext cx="2880360" cy="123444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B7E2F9-2EA1-288C-8A5A-1087C73161F5}"/>
              </a:ext>
            </a:extLst>
          </p:cNvPr>
          <p:cNvSpPr txBox="1"/>
          <p:nvPr/>
        </p:nvSpPr>
        <p:spPr>
          <a:xfrm>
            <a:off x="1103376" y="4323095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Project goal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DFF3B8-AF25-9AAE-2955-C71576D3CA2D}"/>
              </a:ext>
            </a:extLst>
          </p:cNvPr>
          <p:cNvSpPr txBox="1"/>
          <p:nvPr/>
        </p:nvSpPr>
        <p:spPr>
          <a:xfrm>
            <a:off x="1103376" y="4643135"/>
            <a:ext cx="262432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Build a small mobile-ordering backend that shows menu storage, queue flow, lookup, and simple reporting.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B1BFFFF0-F9A8-1612-5D7A-A58CD227A6F2}"/>
              </a:ext>
            </a:extLst>
          </p:cNvPr>
          <p:cNvSpPr/>
          <p:nvPr/>
        </p:nvSpPr>
        <p:spPr>
          <a:xfrm>
            <a:off x="4267200" y="1488455"/>
            <a:ext cx="3657600" cy="2103120"/>
          </a:xfrm>
          <a:prstGeom prst="roundRect">
            <a:avLst/>
          </a:prstGeom>
          <a:solidFill>
            <a:srgbClr val="F9F5EF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+</a:t>
            </a:r>
          </a:p>
          <a:p>
            <a:pPr algn="ctr"/>
            <a:r>
              <a:rPr sz="1100" b="1">
                <a:solidFill>
                  <a:srgbClr val="625954"/>
                </a:solidFill>
                <a:latin typeface="Aptos"/>
              </a:rPr>
              <a:t>Add cafe inspiration photo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4CD40FC-EBAE-C5AD-9821-65B966804734}"/>
              </a:ext>
            </a:extLst>
          </p:cNvPr>
          <p:cNvSpPr/>
          <p:nvPr/>
        </p:nvSpPr>
        <p:spPr>
          <a:xfrm>
            <a:off x="4267200" y="3820175"/>
            <a:ext cx="3657600" cy="164592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DE3995-3DFF-C4C0-CFD5-00F2CD32AE94}"/>
              </a:ext>
            </a:extLst>
          </p:cNvPr>
          <p:cNvSpPr txBox="1"/>
          <p:nvPr/>
        </p:nvSpPr>
        <p:spPr>
          <a:xfrm>
            <a:off x="4495800" y="4067063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A2523"/>
                </a:solidFill>
                <a:latin typeface="Aptos"/>
              </a:rPr>
              <a:t>Main takeaway: we wanted one project where the custom data structures were easy to see instead of hidden behind a big UI.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014A98B-615B-09F1-F4C8-96BD981C7BCD}"/>
              </a:ext>
            </a:extLst>
          </p:cNvPr>
          <p:cNvSpPr/>
          <p:nvPr/>
        </p:nvSpPr>
        <p:spPr>
          <a:xfrm>
            <a:off x="8290559" y="1579895"/>
            <a:ext cx="1325880" cy="91440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CDF42E-8014-5352-9E69-3F321CDB8E76}"/>
              </a:ext>
            </a:extLst>
          </p:cNvPr>
          <p:cNvSpPr txBox="1"/>
          <p:nvPr/>
        </p:nvSpPr>
        <p:spPr>
          <a:xfrm>
            <a:off x="8400287" y="1671335"/>
            <a:ext cx="11064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BA6F49"/>
                </a:solidFill>
                <a:latin typeface="Aptos Display"/>
              </a:rPr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68A0AE-577F-E4E2-31C7-C0F547047ED0}"/>
              </a:ext>
            </a:extLst>
          </p:cNvPr>
          <p:cNvSpPr txBox="1"/>
          <p:nvPr/>
        </p:nvSpPr>
        <p:spPr>
          <a:xfrm>
            <a:off x="8400287" y="2018807"/>
            <a:ext cx="11064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menu items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8D9045E-B13B-48E7-26C1-6AFCE514DA2A}"/>
              </a:ext>
            </a:extLst>
          </p:cNvPr>
          <p:cNvSpPr/>
          <p:nvPr/>
        </p:nvSpPr>
        <p:spPr>
          <a:xfrm>
            <a:off x="9753600" y="1579895"/>
            <a:ext cx="1325880" cy="91440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379EF0-C9E1-244D-3A1F-7DB554F01BF0}"/>
              </a:ext>
            </a:extLst>
          </p:cNvPr>
          <p:cNvSpPr txBox="1"/>
          <p:nvPr/>
        </p:nvSpPr>
        <p:spPr>
          <a:xfrm>
            <a:off x="9863328" y="1671335"/>
            <a:ext cx="11064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BA6F49"/>
                </a:solidFill>
                <a:latin typeface="Aptos Display"/>
              </a:rPr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784C32-DAA5-52CB-0039-9BD24AD091D0}"/>
              </a:ext>
            </a:extLst>
          </p:cNvPr>
          <p:cNvSpPr txBox="1"/>
          <p:nvPr/>
        </p:nvSpPr>
        <p:spPr>
          <a:xfrm>
            <a:off x="9863328" y="2018807"/>
            <a:ext cx="11064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order states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76066B2C-25FF-CB7B-1EED-BBC71CD4CAE2}"/>
              </a:ext>
            </a:extLst>
          </p:cNvPr>
          <p:cNvSpPr/>
          <p:nvPr/>
        </p:nvSpPr>
        <p:spPr>
          <a:xfrm>
            <a:off x="8290559" y="2722895"/>
            <a:ext cx="2788920" cy="91440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28E7F9-72F8-C035-32B5-6D2129475A57}"/>
              </a:ext>
            </a:extLst>
          </p:cNvPr>
          <p:cNvSpPr txBox="1"/>
          <p:nvPr/>
        </p:nvSpPr>
        <p:spPr>
          <a:xfrm>
            <a:off x="8400287" y="2814335"/>
            <a:ext cx="25694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BA6F49"/>
                </a:solidFill>
                <a:latin typeface="Aptos Display"/>
              </a:rPr>
              <a:t>CLI prototype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A93333-9F29-3E85-CBBE-705E25FCCB3E}"/>
              </a:ext>
            </a:extLst>
          </p:cNvPr>
          <p:cNvSpPr txBox="1"/>
          <p:nvPr/>
        </p:nvSpPr>
        <p:spPr>
          <a:xfrm>
            <a:off x="8400287" y="3161807"/>
            <a:ext cx="25694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keeps the focus on lecture material instead of interface polish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3CE65DF-80BB-D50F-894D-A5BE0711E57D}"/>
              </a:ext>
            </a:extLst>
          </p:cNvPr>
          <p:cNvSpPr/>
          <p:nvPr/>
        </p:nvSpPr>
        <p:spPr>
          <a:xfrm>
            <a:off x="8290559" y="3911615"/>
            <a:ext cx="2788920" cy="1554480"/>
          </a:xfrm>
          <a:prstGeom prst="roundRect">
            <a:avLst/>
          </a:prstGeom>
          <a:solidFill>
            <a:srgbClr val="F9F5EF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+</a:t>
            </a:r>
          </a:p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Add team / title image here</a:t>
            </a:r>
          </a:p>
        </p:txBody>
      </p:sp>
    </p:spTree>
    <p:extLst>
      <p:ext uri="{BB962C8B-B14F-4D97-AF65-F5344CB8AC3E}">
        <p14:creationId xmlns:p14="http://schemas.microsoft.com/office/powerpoint/2010/main" val="4073266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689239-2366-75CD-FA81-CCCC5684C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C28EDB-2AA9-D88A-5190-72AABC23ADB7}"/>
              </a:ext>
            </a:extLst>
          </p:cNvPr>
          <p:cNvSpPr txBox="1"/>
          <p:nvPr/>
        </p:nvSpPr>
        <p:spPr>
          <a:xfrm>
            <a:off x="625715" y="214851"/>
            <a:ext cx="653573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>
                <a:latin typeface="Book Antiqua" panose="02040602050305030304" pitchFamily="18" charset="0"/>
              </a:rPr>
              <a:t>Problem Statement</a:t>
            </a:r>
            <a:endParaRPr sz="2800" b="1">
              <a:latin typeface="Book Antiqua" panose="02040602050305030304" pitchFamily="18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8C604D2-4CA5-3C7A-2902-3102EFF14267}"/>
              </a:ext>
            </a:extLst>
          </p:cNvPr>
          <p:cNvCxnSpPr>
            <a:cxnSpLocks/>
          </p:cNvCxnSpPr>
          <p:nvPr/>
        </p:nvCxnSpPr>
        <p:spPr>
          <a:xfrm>
            <a:off x="566441" y="712099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5AFF234-E358-495C-B7BF-16352188BAEF}"/>
              </a:ext>
            </a:extLst>
          </p:cNvPr>
          <p:cNvCxnSpPr>
            <a:cxnSpLocks/>
          </p:cNvCxnSpPr>
          <p:nvPr/>
        </p:nvCxnSpPr>
        <p:spPr>
          <a:xfrm>
            <a:off x="566441" y="6375175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D98395DF-ED06-6F60-F9B8-EFD030C46506}"/>
              </a:ext>
            </a:extLst>
          </p:cNvPr>
          <p:cNvSpPr txBox="1">
            <a:spLocks/>
          </p:cNvSpPr>
          <p:nvPr/>
        </p:nvSpPr>
        <p:spPr>
          <a:xfrm>
            <a:off x="8868870" y="6483434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GB" sz="1200" smtClean="0">
                <a:latin typeface="Book Antiqua" panose="02040602050305030304" pitchFamily="18" charset="0"/>
              </a:rPr>
              <a:pPr algn="r"/>
              <a:t>4</a:t>
            </a:fld>
            <a:endParaRPr lang="en-GB" sz="1200">
              <a:latin typeface="Book Antiqua" panose="0204060205030503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AAC1AFD-0554-AB27-1AB3-5D5347F4288D}"/>
              </a:ext>
            </a:extLst>
          </p:cNvPr>
          <p:cNvSpPr/>
          <p:nvPr/>
        </p:nvSpPr>
        <p:spPr>
          <a:xfrm>
            <a:off x="625715" y="1032140"/>
            <a:ext cx="10795206" cy="815028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EEFB3-D5A1-2138-DD8C-B0E58F034F1A}"/>
              </a:ext>
            </a:extLst>
          </p:cNvPr>
          <p:cNvSpPr txBox="1"/>
          <p:nvPr/>
        </p:nvSpPr>
        <p:spPr>
          <a:xfrm>
            <a:off x="671435" y="1288172"/>
            <a:ext cx="10511554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FFFCF8"/>
                </a:solidFill>
                <a:latin typeface="Aptos Display"/>
              </a:rPr>
              <a:t>How can we build a cafe ordering system that stays fast, fair, and easy to track during busy hours?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EF606EA-048B-72CA-6839-67573B925504}"/>
              </a:ext>
            </a:extLst>
          </p:cNvPr>
          <p:cNvSpPr/>
          <p:nvPr/>
        </p:nvSpPr>
        <p:spPr>
          <a:xfrm>
            <a:off x="777240" y="2507343"/>
            <a:ext cx="3108960" cy="2783672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2213CC-1E51-DCBC-363B-D764B84DD4B2}"/>
              </a:ext>
            </a:extLst>
          </p:cNvPr>
          <p:cNvSpPr txBox="1"/>
          <p:nvPr/>
        </p:nvSpPr>
        <p:spPr>
          <a:xfrm>
            <a:off x="905256" y="2598783"/>
            <a:ext cx="2852928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2A2523"/>
                </a:solidFill>
                <a:latin typeface="Aptos Display"/>
              </a:rPr>
              <a:t>Customer side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FBDA47-7BC9-2B19-8273-5A10CFC15A45}"/>
              </a:ext>
            </a:extLst>
          </p:cNvPr>
          <p:cNvSpPr txBox="1"/>
          <p:nvPr/>
        </p:nvSpPr>
        <p:spPr>
          <a:xfrm>
            <a:off x="905256" y="2918823"/>
            <a:ext cx="285292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quick menu access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clear order totals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simple order status updates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0060E42-B3EF-7F04-E212-38AA29D26EF7}"/>
              </a:ext>
            </a:extLst>
          </p:cNvPr>
          <p:cNvSpPr/>
          <p:nvPr/>
        </p:nvSpPr>
        <p:spPr>
          <a:xfrm>
            <a:off x="4389120" y="2507343"/>
            <a:ext cx="3108960" cy="2783672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66B471-23DD-AE62-D066-E5575BB5B0A4}"/>
              </a:ext>
            </a:extLst>
          </p:cNvPr>
          <p:cNvSpPr txBox="1"/>
          <p:nvPr/>
        </p:nvSpPr>
        <p:spPr>
          <a:xfrm>
            <a:off x="4517136" y="2598783"/>
            <a:ext cx="2852928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2A2523"/>
                </a:solidFill>
                <a:latin typeface="Aptos Display"/>
              </a:rPr>
              <a:t>Kitchen side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B11991-10CD-EE1C-D879-D3D89DC34B10}"/>
              </a:ext>
            </a:extLst>
          </p:cNvPr>
          <p:cNvSpPr txBox="1"/>
          <p:nvPr/>
        </p:nvSpPr>
        <p:spPr>
          <a:xfrm>
            <a:off x="4517136" y="2918823"/>
            <a:ext cx="285292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fair first-in-first-out workflow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easy way to see what is next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no confusing duplicate states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A394253-CB87-5E69-E5B5-30E133B0BA31}"/>
              </a:ext>
            </a:extLst>
          </p:cNvPr>
          <p:cNvSpPr/>
          <p:nvPr/>
        </p:nvSpPr>
        <p:spPr>
          <a:xfrm>
            <a:off x="8001000" y="2507343"/>
            <a:ext cx="3063240" cy="2783672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E401E6-1BC4-21B7-4846-B70F52029738}"/>
              </a:ext>
            </a:extLst>
          </p:cNvPr>
          <p:cNvSpPr txBox="1"/>
          <p:nvPr/>
        </p:nvSpPr>
        <p:spPr>
          <a:xfrm>
            <a:off x="8129016" y="2598783"/>
            <a:ext cx="2807208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2A2523"/>
                </a:solidFill>
                <a:latin typeface="Aptos Display"/>
              </a:rPr>
              <a:t>System side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B3BE03-B7E4-5B7F-CD13-5C56E3CF4E5E}"/>
              </a:ext>
            </a:extLst>
          </p:cNvPr>
          <p:cNvSpPr txBox="1"/>
          <p:nvPr/>
        </p:nvSpPr>
        <p:spPr>
          <a:xfrm>
            <a:off x="8129016" y="2918823"/>
            <a:ext cx="280720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avoid repeated linear scans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keep active orders easy to find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support basic analytics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6996DA-5F40-9B02-E6DE-D3450640792D}"/>
              </a:ext>
            </a:extLst>
          </p:cNvPr>
          <p:cNvSpPr txBox="1"/>
          <p:nvPr/>
        </p:nvSpPr>
        <p:spPr>
          <a:xfrm>
            <a:off x="1005840" y="548640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625954"/>
                </a:solidFill>
                <a:latin typeface="Aptos"/>
              </a:rPr>
              <a:t>We wanted a design where the custom data structures were easy to explain and clearly connected to the workflow.</a:t>
            </a:r>
          </a:p>
        </p:txBody>
      </p:sp>
    </p:spTree>
    <p:extLst>
      <p:ext uri="{BB962C8B-B14F-4D97-AF65-F5344CB8AC3E}">
        <p14:creationId xmlns:p14="http://schemas.microsoft.com/office/powerpoint/2010/main" val="3809851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A6749-58ED-A7ED-3B5E-13580B7D5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6C278F-511D-C563-5C47-47F103FE6D18}"/>
              </a:ext>
            </a:extLst>
          </p:cNvPr>
          <p:cNvSpPr txBox="1"/>
          <p:nvPr/>
        </p:nvSpPr>
        <p:spPr>
          <a:xfrm>
            <a:off x="625715" y="214851"/>
            <a:ext cx="653573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>
                <a:latin typeface="Book Antiqua"/>
              </a:rPr>
              <a:t>Proposed Solution</a:t>
            </a:r>
            <a:endParaRPr sz="2800" b="1">
              <a:latin typeface="Book Antiqua" panose="02040602050305030304" pitchFamily="18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13A21A8-CB71-E2CD-6758-BEF281B636BC}"/>
              </a:ext>
            </a:extLst>
          </p:cNvPr>
          <p:cNvCxnSpPr>
            <a:cxnSpLocks/>
          </p:cNvCxnSpPr>
          <p:nvPr/>
        </p:nvCxnSpPr>
        <p:spPr>
          <a:xfrm>
            <a:off x="566441" y="712099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25EBF53-1A29-6394-707A-B57404DD1B08}"/>
              </a:ext>
            </a:extLst>
          </p:cNvPr>
          <p:cNvCxnSpPr>
            <a:cxnSpLocks/>
          </p:cNvCxnSpPr>
          <p:nvPr/>
        </p:nvCxnSpPr>
        <p:spPr>
          <a:xfrm>
            <a:off x="566441" y="6375175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20E6C05F-877F-B3F1-27AA-6EAADB48CEBB}"/>
              </a:ext>
            </a:extLst>
          </p:cNvPr>
          <p:cNvSpPr txBox="1">
            <a:spLocks/>
          </p:cNvSpPr>
          <p:nvPr/>
        </p:nvSpPr>
        <p:spPr>
          <a:xfrm>
            <a:off x="8868870" y="6483434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GB" sz="1200" smtClean="0">
                <a:latin typeface="Book Antiqua" panose="02040602050305030304" pitchFamily="18" charset="0"/>
              </a:rPr>
              <a:pPr algn="r"/>
              <a:t>5</a:t>
            </a:fld>
            <a:endParaRPr lang="en-GB" sz="1200">
              <a:latin typeface="Book Antiqua" panose="02040602050305030304" pitchFamily="18" charset="0"/>
            </a:endParaRPr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98520AB8-50A7-E806-C50F-6B485C2F2498}"/>
              </a:ext>
            </a:extLst>
          </p:cNvPr>
          <p:cNvSpPr/>
          <p:nvPr/>
        </p:nvSpPr>
        <p:spPr>
          <a:xfrm>
            <a:off x="670559" y="1143620"/>
            <a:ext cx="2409532" cy="1505775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058ABD7D-C83C-7010-6826-6701D763DC6D}"/>
              </a:ext>
            </a:extLst>
          </p:cNvPr>
          <p:cNvSpPr/>
          <p:nvPr/>
        </p:nvSpPr>
        <p:spPr>
          <a:xfrm>
            <a:off x="761999" y="1253348"/>
            <a:ext cx="542145" cy="430221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CF8"/>
                </a:solidFill>
                <a:latin typeface="Aptos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34778A-FE12-DD91-89B4-404F22A223A9}"/>
              </a:ext>
            </a:extLst>
          </p:cNvPr>
          <p:cNvSpPr txBox="1"/>
          <p:nvPr/>
        </p:nvSpPr>
        <p:spPr>
          <a:xfrm>
            <a:off x="1362456" y="1276053"/>
            <a:ext cx="1445719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A2523"/>
                </a:solidFill>
                <a:latin typeface="Aptos Display"/>
              </a:rPr>
              <a:t>Browse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A6280B-C466-466F-1B70-6AB82DFFD8EF}"/>
              </a:ext>
            </a:extLst>
          </p:cNvPr>
          <p:cNvSpPr txBox="1"/>
          <p:nvPr/>
        </p:nvSpPr>
        <p:spPr>
          <a:xfrm>
            <a:off x="781088" y="1758345"/>
            <a:ext cx="212038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show the menu or filter by category / price</a:t>
            </a:r>
          </a:p>
        </p:txBody>
      </p:sp>
      <p:sp>
        <p:nvSpPr>
          <p:cNvPr id="24" name="Rounded Rectangle 10">
            <a:extLst>
              <a:ext uri="{FF2B5EF4-FFF2-40B4-BE49-F238E27FC236}">
                <a16:creationId xmlns:a16="http://schemas.microsoft.com/office/drawing/2014/main" id="{9A969F58-E5CC-5B33-7CAB-C3ACF35AD462}"/>
              </a:ext>
            </a:extLst>
          </p:cNvPr>
          <p:cNvSpPr/>
          <p:nvPr/>
        </p:nvSpPr>
        <p:spPr>
          <a:xfrm>
            <a:off x="4223024" y="1152318"/>
            <a:ext cx="2409532" cy="1505775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E7C80458-A6AD-B50B-F4EB-C9DFCCFE81DF}"/>
              </a:ext>
            </a:extLst>
          </p:cNvPr>
          <p:cNvSpPr/>
          <p:nvPr/>
        </p:nvSpPr>
        <p:spPr>
          <a:xfrm>
            <a:off x="4314464" y="1262046"/>
            <a:ext cx="542145" cy="430221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CF8"/>
                </a:solidFill>
                <a:latin typeface="Aptos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10CF61-289B-4200-9579-EFD54D46F459}"/>
              </a:ext>
            </a:extLst>
          </p:cNvPr>
          <p:cNvSpPr txBox="1"/>
          <p:nvPr/>
        </p:nvSpPr>
        <p:spPr>
          <a:xfrm>
            <a:off x="4932015" y="1278893"/>
            <a:ext cx="1445719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A2523"/>
                </a:solidFill>
                <a:latin typeface="Aptos Display"/>
              </a:rPr>
              <a:t>Build order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E009D3-3B31-A396-482D-5E4D17186D29}"/>
              </a:ext>
            </a:extLst>
          </p:cNvPr>
          <p:cNvSpPr txBox="1"/>
          <p:nvPr/>
        </p:nvSpPr>
        <p:spPr>
          <a:xfrm>
            <a:off x="4337922" y="1731370"/>
            <a:ext cx="212038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choose items and quantities for one customer</a:t>
            </a:r>
          </a:p>
        </p:txBody>
      </p:sp>
      <p:sp>
        <p:nvSpPr>
          <p:cNvPr id="59" name="Chevron 26">
            <a:extLst>
              <a:ext uri="{FF2B5EF4-FFF2-40B4-BE49-F238E27FC236}">
                <a16:creationId xmlns:a16="http://schemas.microsoft.com/office/drawing/2014/main" id="{27A89D46-4896-7BE0-5BBD-B69F535D5E53}"/>
              </a:ext>
            </a:extLst>
          </p:cNvPr>
          <p:cNvSpPr/>
          <p:nvPr/>
        </p:nvSpPr>
        <p:spPr>
          <a:xfrm>
            <a:off x="3517118" y="1619109"/>
            <a:ext cx="265048" cy="487584"/>
          </a:xfrm>
          <a:prstGeom prst="chevron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30">
            <a:extLst>
              <a:ext uri="{FF2B5EF4-FFF2-40B4-BE49-F238E27FC236}">
                <a16:creationId xmlns:a16="http://schemas.microsoft.com/office/drawing/2014/main" id="{54C02C8F-3985-E962-5677-17F4D2080D15}"/>
              </a:ext>
            </a:extLst>
          </p:cNvPr>
          <p:cNvSpPr/>
          <p:nvPr/>
        </p:nvSpPr>
        <p:spPr>
          <a:xfrm>
            <a:off x="7578893" y="1021325"/>
            <a:ext cx="3657600" cy="2723267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D478601-D82D-CDD2-40DD-403DDD8709EF}"/>
              </a:ext>
            </a:extLst>
          </p:cNvPr>
          <p:cNvSpPr txBox="1"/>
          <p:nvPr/>
        </p:nvSpPr>
        <p:spPr>
          <a:xfrm>
            <a:off x="7743485" y="1206312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What the user can do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35BF51-48B8-2C33-94D9-BA19E418330B}"/>
              </a:ext>
            </a:extLst>
          </p:cNvPr>
          <p:cNvSpPr txBox="1"/>
          <p:nvPr/>
        </p:nvSpPr>
        <p:spPr>
          <a:xfrm>
            <a:off x="7743485" y="1526352"/>
            <a:ext cx="3401568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browse the menu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filter by category or price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get a budget recommendation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place an order in the terminal demo</a:t>
            </a:r>
          </a:p>
        </p:txBody>
      </p:sp>
      <p:sp>
        <p:nvSpPr>
          <p:cNvPr id="79" name="Rounded Rectangle 36">
            <a:extLst>
              <a:ext uri="{FF2B5EF4-FFF2-40B4-BE49-F238E27FC236}">
                <a16:creationId xmlns:a16="http://schemas.microsoft.com/office/drawing/2014/main" id="{542C064A-99F7-73C3-A160-67EC877C0E44}"/>
              </a:ext>
            </a:extLst>
          </p:cNvPr>
          <p:cNvSpPr/>
          <p:nvPr/>
        </p:nvSpPr>
        <p:spPr>
          <a:xfrm>
            <a:off x="7775489" y="3893365"/>
            <a:ext cx="3337560" cy="2240280"/>
          </a:xfrm>
          <a:prstGeom prst="roundRect">
            <a:avLst/>
          </a:prstGeom>
          <a:solidFill>
            <a:srgbClr val="F9F5EF"/>
          </a:solidFill>
          <a:ln w="13970">
            <a:solidFill>
              <a:srgbClr val="BA6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+</a:t>
            </a:r>
          </a:p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Add system flow screenshot or diagram here</a:t>
            </a:r>
          </a:p>
        </p:txBody>
      </p:sp>
      <p:sp>
        <p:nvSpPr>
          <p:cNvPr id="2" name="Rounded Rectangle 10">
            <a:extLst>
              <a:ext uri="{FF2B5EF4-FFF2-40B4-BE49-F238E27FC236}">
                <a16:creationId xmlns:a16="http://schemas.microsoft.com/office/drawing/2014/main" id="{724DF47E-B5E4-93A7-9237-AF9BCB999075}"/>
              </a:ext>
            </a:extLst>
          </p:cNvPr>
          <p:cNvSpPr/>
          <p:nvPr/>
        </p:nvSpPr>
        <p:spPr>
          <a:xfrm>
            <a:off x="625715" y="3002160"/>
            <a:ext cx="2409532" cy="1505775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11">
            <a:extLst>
              <a:ext uri="{FF2B5EF4-FFF2-40B4-BE49-F238E27FC236}">
                <a16:creationId xmlns:a16="http://schemas.microsoft.com/office/drawing/2014/main" id="{74FB1CB9-2D27-F339-EA79-8A7A702839C5}"/>
              </a:ext>
            </a:extLst>
          </p:cNvPr>
          <p:cNvSpPr/>
          <p:nvPr/>
        </p:nvSpPr>
        <p:spPr>
          <a:xfrm>
            <a:off x="717155" y="3111888"/>
            <a:ext cx="542145" cy="430221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CF8"/>
                </a:solidFill>
                <a:latin typeface="Aptos"/>
              </a:rPr>
              <a:t>3</a:t>
            </a:r>
            <a:endParaRPr sz="1300" b="1">
              <a:solidFill>
                <a:srgbClr val="FFFCF8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9C31F-65B8-D080-069F-22F8F196676C}"/>
              </a:ext>
            </a:extLst>
          </p:cNvPr>
          <p:cNvSpPr txBox="1"/>
          <p:nvPr/>
        </p:nvSpPr>
        <p:spPr>
          <a:xfrm>
            <a:off x="1334706" y="3128735"/>
            <a:ext cx="1445719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500" b="1">
                <a:solidFill>
                  <a:srgbClr val="2A2523"/>
                </a:solidFill>
                <a:latin typeface="Aptos Display"/>
              </a:rPr>
              <a:t>Queue</a:t>
            </a:r>
            <a:endParaRPr sz="1500" b="1">
              <a:solidFill>
                <a:srgbClr val="2A2523"/>
              </a:solidFill>
              <a:latin typeface="Aptos Displ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0F06EE-65DB-6038-9AFD-30039AA596DC}"/>
              </a:ext>
            </a:extLst>
          </p:cNvPr>
          <p:cNvSpPr txBox="1"/>
          <p:nvPr/>
        </p:nvSpPr>
        <p:spPr>
          <a:xfrm>
            <a:off x="740613" y="3581212"/>
            <a:ext cx="212038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625954"/>
                </a:solidFill>
                <a:latin typeface="Aptos"/>
              </a:rPr>
              <a:t>send the order into the kitchen line</a:t>
            </a:r>
          </a:p>
        </p:txBody>
      </p:sp>
      <p:sp>
        <p:nvSpPr>
          <p:cNvPr id="9" name="Chevron 26">
            <a:extLst>
              <a:ext uri="{FF2B5EF4-FFF2-40B4-BE49-F238E27FC236}">
                <a16:creationId xmlns:a16="http://schemas.microsoft.com/office/drawing/2014/main" id="{DF619A5B-41A8-93AD-AAB7-6B3080FBFDED}"/>
              </a:ext>
            </a:extLst>
          </p:cNvPr>
          <p:cNvSpPr/>
          <p:nvPr/>
        </p:nvSpPr>
        <p:spPr>
          <a:xfrm>
            <a:off x="3487444" y="3422058"/>
            <a:ext cx="265048" cy="487584"/>
          </a:xfrm>
          <a:prstGeom prst="chevron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3014E462-B7DD-DE5E-C858-32A836C6C020}"/>
              </a:ext>
            </a:extLst>
          </p:cNvPr>
          <p:cNvSpPr/>
          <p:nvPr/>
        </p:nvSpPr>
        <p:spPr>
          <a:xfrm>
            <a:off x="4178739" y="3002160"/>
            <a:ext cx="2409532" cy="1505775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44695E5B-1495-A44C-3EEE-A5B275FFD816}"/>
              </a:ext>
            </a:extLst>
          </p:cNvPr>
          <p:cNvSpPr/>
          <p:nvPr/>
        </p:nvSpPr>
        <p:spPr>
          <a:xfrm>
            <a:off x="4270179" y="3111888"/>
            <a:ext cx="542145" cy="430221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CF8"/>
                </a:solidFill>
                <a:latin typeface="Aptos"/>
              </a:rPr>
              <a:t>4</a:t>
            </a:r>
            <a:endParaRPr sz="1300" b="1">
              <a:solidFill>
                <a:srgbClr val="FFFCF8"/>
              </a:solidFill>
              <a:latin typeface="Apto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630577-ADB7-2087-4E92-1C0F8FD0BB23}"/>
              </a:ext>
            </a:extLst>
          </p:cNvPr>
          <p:cNvSpPr txBox="1"/>
          <p:nvPr/>
        </p:nvSpPr>
        <p:spPr>
          <a:xfrm>
            <a:off x="4887730" y="3128735"/>
            <a:ext cx="1445719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500" b="1">
                <a:solidFill>
                  <a:srgbClr val="2A2523"/>
                </a:solidFill>
                <a:latin typeface="Aptos Display"/>
              </a:rPr>
              <a:t>Prepare</a:t>
            </a:r>
            <a:endParaRPr sz="1500" b="1">
              <a:solidFill>
                <a:srgbClr val="2A2523"/>
              </a:solidFill>
              <a:latin typeface="Aptos Display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1AF892-A79B-B7B1-FC9F-354B30CD3D3B}"/>
              </a:ext>
            </a:extLst>
          </p:cNvPr>
          <p:cNvSpPr txBox="1"/>
          <p:nvPr/>
        </p:nvSpPr>
        <p:spPr>
          <a:xfrm>
            <a:off x="4293637" y="3581212"/>
            <a:ext cx="212038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move the order through the status stages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5D3C681D-8D23-73C7-33A4-99994ACF1587}"/>
              </a:ext>
            </a:extLst>
          </p:cNvPr>
          <p:cNvSpPr/>
          <p:nvPr/>
        </p:nvSpPr>
        <p:spPr>
          <a:xfrm>
            <a:off x="2577400" y="4688667"/>
            <a:ext cx="2409532" cy="1505775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63B83482-73F4-D356-7A5A-8C665D4B1F28}"/>
              </a:ext>
            </a:extLst>
          </p:cNvPr>
          <p:cNvSpPr/>
          <p:nvPr/>
        </p:nvSpPr>
        <p:spPr>
          <a:xfrm>
            <a:off x="2668840" y="4798395"/>
            <a:ext cx="542145" cy="430221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CF8"/>
                </a:solidFill>
                <a:latin typeface="Aptos"/>
              </a:rPr>
              <a:t>5</a:t>
            </a:r>
            <a:endParaRPr sz="1300" b="1">
              <a:solidFill>
                <a:srgbClr val="FFFCF8"/>
              </a:solidFill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8651CE-9926-959E-EE99-1FAB87AEABB6}"/>
              </a:ext>
            </a:extLst>
          </p:cNvPr>
          <p:cNvSpPr txBox="1"/>
          <p:nvPr/>
        </p:nvSpPr>
        <p:spPr>
          <a:xfrm>
            <a:off x="3286391" y="4815242"/>
            <a:ext cx="1445719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500" b="1">
                <a:solidFill>
                  <a:srgbClr val="2A2523"/>
                </a:solidFill>
                <a:latin typeface="Aptos Display"/>
              </a:rPr>
              <a:t>Track</a:t>
            </a:r>
            <a:endParaRPr sz="1500" b="1">
              <a:solidFill>
                <a:srgbClr val="2A2523"/>
              </a:solidFill>
              <a:latin typeface="Aptos Display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AF5540-42CB-C7BE-C3AC-0233A14761CC}"/>
              </a:ext>
            </a:extLst>
          </p:cNvPr>
          <p:cNvSpPr txBox="1"/>
          <p:nvPr/>
        </p:nvSpPr>
        <p:spPr>
          <a:xfrm>
            <a:off x="2692298" y="5267719"/>
            <a:ext cx="212038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print dashboard results and completed orders</a:t>
            </a:r>
          </a:p>
        </p:txBody>
      </p:sp>
      <p:sp>
        <p:nvSpPr>
          <p:cNvPr id="18" name="Chevron 26">
            <a:extLst>
              <a:ext uri="{FF2B5EF4-FFF2-40B4-BE49-F238E27FC236}">
                <a16:creationId xmlns:a16="http://schemas.microsoft.com/office/drawing/2014/main" id="{DB72676F-9123-71F7-F8F6-5191F4924EA9}"/>
              </a:ext>
            </a:extLst>
          </p:cNvPr>
          <p:cNvSpPr/>
          <p:nvPr/>
        </p:nvSpPr>
        <p:spPr>
          <a:xfrm>
            <a:off x="1952791" y="5183994"/>
            <a:ext cx="265048" cy="487584"/>
          </a:xfrm>
          <a:prstGeom prst="chevron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0123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DA8FB-DABF-E5BC-B1F7-0EEBCD676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AAD6C8-B441-C4ED-DF65-FA2B51FA4704}"/>
              </a:ext>
            </a:extLst>
          </p:cNvPr>
          <p:cNvSpPr txBox="1"/>
          <p:nvPr/>
        </p:nvSpPr>
        <p:spPr>
          <a:xfrm>
            <a:off x="625715" y="214851"/>
            <a:ext cx="653573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>
                <a:latin typeface="Book Antiqua"/>
              </a:rPr>
              <a:t>Methodology Overview</a:t>
            </a:r>
            <a:endParaRPr sz="2800" b="1">
              <a:latin typeface="Book Antiqua" panose="02040602050305030304" pitchFamily="18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9BA88F6-1492-7FF9-042D-19905408A1B0}"/>
              </a:ext>
            </a:extLst>
          </p:cNvPr>
          <p:cNvCxnSpPr>
            <a:cxnSpLocks/>
          </p:cNvCxnSpPr>
          <p:nvPr/>
        </p:nvCxnSpPr>
        <p:spPr>
          <a:xfrm>
            <a:off x="566441" y="712099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2F1476D-96EE-A44E-0DA9-0B988640CEA7}"/>
              </a:ext>
            </a:extLst>
          </p:cNvPr>
          <p:cNvCxnSpPr>
            <a:cxnSpLocks/>
          </p:cNvCxnSpPr>
          <p:nvPr/>
        </p:nvCxnSpPr>
        <p:spPr>
          <a:xfrm>
            <a:off x="566441" y="6375175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A94FAA58-2318-1414-3295-2CF36F68C934}"/>
              </a:ext>
            </a:extLst>
          </p:cNvPr>
          <p:cNvSpPr txBox="1">
            <a:spLocks/>
          </p:cNvSpPr>
          <p:nvPr/>
        </p:nvSpPr>
        <p:spPr>
          <a:xfrm>
            <a:off x="8868870" y="6483434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GB" sz="1200" smtClean="0">
                <a:latin typeface="Book Antiqua" panose="02040602050305030304" pitchFamily="18" charset="0"/>
              </a:rPr>
              <a:pPr algn="r"/>
              <a:t>6</a:t>
            </a:fld>
            <a:endParaRPr lang="en-GB" sz="1200">
              <a:latin typeface="Book Antiqua" panose="02040602050305030304" pitchFamily="18" charset="0"/>
            </a:endParaRPr>
          </a:p>
        </p:txBody>
      </p:sp>
      <p:sp>
        <p:nvSpPr>
          <p:cNvPr id="110" name="Rounded Rectangle 6">
            <a:extLst>
              <a:ext uri="{FF2B5EF4-FFF2-40B4-BE49-F238E27FC236}">
                <a16:creationId xmlns:a16="http://schemas.microsoft.com/office/drawing/2014/main" id="{EB03FF79-E19E-340C-161D-CDE0B51299F0}"/>
              </a:ext>
            </a:extLst>
          </p:cNvPr>
          <p:cNvSpPr/>
          <p:nvPr/>
        </p:nvSpPr>
        <p:spPr>
          <a:xfrm>
            <a:off x="602855" y="1406991"/>
            <a:ext cx="1828800" cy="2048191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7">
            <a:extLst>
              <a:ext uri="{FF2B5EF4-FFF2-40B4-BE49-F238E27FC236}">
                <a16:creationId xmlns:a16="http://schemas.microsoft.com/office/drawing/2014/main" id="{E7DE691D-E5AA-8EFD-FE02-2F2DABE28F46}"/>
              </a:ext>
            </a:extLst>
          </p:cNvPr>
          <p:cNvSpPr/>
          <p:nvPr/>
        </p:nvSpPr>
        <p:spPr>
          <a:xfrm>
            <a:off x="694295" y="1516720"/>
            <a:ext cx="411480" cy="274320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CF8"/>
                </a:solidFill>
                <a:latin typeface="Aptos"/>
              </a:rPr>
              <a:t>A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1855CE1-8881-C091-B9B2-E6BB4832EBB2}"/>
              </a:ext>
            </a:extLst>
          </p:cNvPr>
          <p:cNvSpPr txBox="1"/>
          <p:nvPr/>
        </p:nvSpPr>
        <p:spPr>
          <a:xfrm>
            <a:off x="1197215" y="151672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Menu storage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D30311A-55A1-FC28-6FFC-7B631DE43908}"/>
              </a:ext>
            </a:extLst>
          </p:cNvPr>
          <p:cNvSpPr txBox="1"/>
          <p:nvPr/>
        </p:nvSpPr>
        <p:spPr>
          <a:xfrm>
            <a:off x="712583" y="2197534"/>
            <a:ext cx="1609344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latin typeface="Aptos" panose="020B0004020202020204" pitchFamily="34" charset="0"/>
              </a:rPr>
              <a:t>Linked list keeps the menu and completed-order history in insertion order</a:t>
            </a:r>
          </a:p>
        </p:txBody>
      </p:sp>
      <p:sp>
        <p:nvSpPr>
          <p:cNvPr id="118" name="Rounded Rectangle 10">
            <a:extLst>
              <a:ext uri="{FF2B5EF4-FFF2-40B4-BE49-F238E27FC236}">
                <a16:creationId xmlns:a16="http://schemas.microsoft.com/office/drawing/2014/main" id="{EB375E5E-A571-FDBA-DD04-FF93172FDF72}"/>
              </a:ext>
            </a:extLst>
          </p:cNvPr>
          <p:cNvSpPr/>
          <p:nvPr/>
        </p:nvSpPr>
        <p:spPr>
          <a:xfrm>
            <a:off x="2888855" y="1406991"/>
            <a:ext cx="1828800" cy="2048191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11">
            <a:extLst>
              <a:ext uri="{FF2B5EF4-FFF2-40B4-BE49-F238E27FC236}">
                <a16:creationId xmlns:a16="http://schemas.microsoft.com/office/drawing/2014/main" id="{BD09A2D5-B66F-3766-14D5-37DADF995479}"/>
              </a:ext>
            </a:extLst>
          </p:cNvPr>
          <p:cNvSpPr/>
          <p:nvPr/>
        </p:nvSpPr>
        <p:spPr>
          <a:xfrm>
            <a:off x="2980295" y="1516720"/>
            <a:ext cx="411480" cy="274320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CF8"/>
                </a:solidFill>
                <a:latin typeface="Aptos"/>
              </a:rPr>
              <a:t>B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B3DA847-FDE6-73BF-5283-D9F3E067AD2F}"/>
              </a:ext>
            </a:extLst>
          </p:cNvPr>
          <p:cNvSpPr txBox="1"/>
          <p:nvPr/>
        </p:nvSpPr>
        <p:spPr>
          <a:xfrm>
            <a:off x="3483215" y="1516720"/>
            <a:ext cx="123444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Order records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8773069-F480-DF2C-2057-8F35ACE555F7}"/>
              </a:ext>
            </a:extLst>
          </p:cNvPr>
          <p:cNvSpPr txBox="1"/>
          <p:nvPr/>
        </p:nvSpPr>
        <p:spPr>
          <a:xfrm>
            <a:off x="2998583" y="2166439"/>
            <a:ext cx="1609344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dirty="0">
                <a:latin typeface="Aptos" panose="020B0004020202020204" pitchFamily="34" charset="0"/>
              </a:rPr>
              <a:t>Each order stores items, totals, and status with simple fields</a:t>
            </a:r>
          </a:p>
        </p:txBody>
      </p:sp>
      <p:sp>
        <p:nvSpPr>
          <p:cNvPr id="126" name="Rounded Rectangle 14">
            <a:extLst>
              <a:ext uri="{FF2B5EF4-FFF2-40B4-BE49-F238E27FC236}">
                <a16:creationId xmlns:a16="http://schemas.microsoft.com/office/drawing/2014/main" id="{AD448C86-A4AE-1B45-1393-1B893FD642DC}"/>
              </a:ext>
            </a:extLst>
          </p:cNvPr>
          <p:cNvSpPr/>
          <p:nvPr/>
        </p:nvSpPr>
        <p:spPr>
          <a:xfrm>
            <a:off x="5174855" y="1406991"/>
            <a:ext cx="1828800" cy="2048191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ounded Rectangle 15">
            <a:extLst>
              <a:ext uri="{FF2B5EF4-FFF2-40B4-BE49-F238E27FC236}">
                <a16:creationId xmlns:a16="http://schemas.microsoft.com/office/drawing/2014/main" id="{C3016771-00EB-4077-245A-75955E7BD45F}"/>
              </a:ext>
            </a:extLst>
          </p:cNvPr>
          <p:cNvSpPr/>
          <p:nvPr/>
        </p:nvSpPr>
        <p:spPr>
          <a:xfrm>
            <a:off x="5266295" y="1516720"/>
            <a:ext cx="411480" cy="274320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CF8"/>
                </a:solidFill>
                <a:latin typeface="Aptos"/>
              </a:rPr>
              <a:t>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D4B8DE9-9606-95B0-8748-3FF68344F538}"/>
              </a:ext>
            </a:extLst>
          </p:cNvPr>
          <p:cNvSpPr txBox="1"/>
          <p:nvPr/>
        </p:nvSpPr>
        <p:spPr>
          <a:xfrm>
            <a:off x="5769215" y="151672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Kitchen flow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D4F8086-DC1B-2643-3337-D2E5F50B049D}"/>
              </a:ext>
            </a:extLst>
          </p:cNvPr>
          <p:cNvSpPr txBox="1"/>
          <p:nvPr/>
        </p:nvSpPr>
        <p:spPr>
          <a:xfrm>
            <a:off x="5291328" y="2197534"/>
            <a:ext cx="1609344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dirty="0">
                <a:latin typeface="Aptos" panose="020B0004020202020204" pitchFamily="34" charset="0"/>
              </a:rPr>
              <a:t>Queue guarantees the earliest order gets processed first</a:t>
            </a:r>
          </a:p>
        </p:txBody>
      </p:sp>
      <p:sp>
        <p:nvSpPr>
          <p:cNvPr id="134" name="Rounded Rectangle 18">
            <a:extLst>
              <a:ext uri="{FF2B5EF4-FFF2-40B4-BE49-F238E27FC236}">
                <a16:creationId xmlns:a16="http://schemas.microsoft.com/office/drawing/2014/main" id="{6A2A1AD4-6095-A8D2-CDA6-89EED9A70A18}"/>
              </a:ext>
            </a:extLst>
          </p:cNvPr>
          <p:cNvSpPr/>
          <p:nvPr/>
        </p:nvSpPr>
        <p:spPr>
          <a:xfrm>
            <a:off x="7460854" y="1406991"/>
            <a:ext cx="1828800" cy="2048191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ounded Rectangle 19">
            <a:extLst>
              <a:ext uri="{FF2B5EF4-FFF2-40B4-BE49-F238E27FC236}">
                <a16:creationId xmlns:a16="http://schemas.microsoft.com/office/drawing/2014/main" id="{F5018F81-B8C8-5674-B8BE-A1277247800C}"/>
              </a:ext>
            </a:extLst>
          </p:cNvPr>
          <p:cNvSpPr/>
          <p:nvPr/>
        </p:nvSpPr>
        <p:spPr>
          <a:xfrm>
            <a:off x="7552294" y="1516720"/>
            <a:ext cx="411480" cy="274320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CF8"/>
                </a:solidFill>
                <a:latin typeface="Aptos"/>
              </a:rPr>
              <a:t>D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AE14721-14FB-4CCB-3418-3D69D4FD58DF}"/>
              </a:ext>
            </a:extLst>
          </p:cNvPr>
          <p:cNvSpPr txBox="1"/>
          <p:nvPr/>
        </p:nvSpPr>
        <p:spPr>
          <a:xfrm>
            <a:off x="8055214" y="151672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Fast lookup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2DDCDF3-1F81-21C8-DCE8-F56982B39648}"/>
              </a:ext>
            </a:extLst>
          </p:cNvPr>
          <p:cNvSpPr txBox="1"/>
          <p:nvPr/>
        </p:nvSpPr>
        <p:spPr>
          <a:xfrm>
            <a:off x="7552294" y="2197533"/>
            <a:ext cx="1609344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dirty="0">
                <a:latin typeface="Aptos" panose="020B0004020202020204" pitchFamily="34" charset="0"/>
              </a:rPr>
              <a:t>Hash table finds menu items and active orders quickly</a:t>
            </a:r>
          </a:p>
        </p:txBody>
      </p:sp>
      <p:cxnSp>
        <p:nvCxnSpPr>
          <p:cNvPr id="142" name="Connector 26">
            <a:extLst>
              <a:ext uri="{FF2B5EF4-FFF2-40B4-BE49-F238E27FC236}">
                <a16:creationId xmlns:a16="http://schemas.microsoft.com/office/drawing/2014/main" id="{53248135-2F42-41E0-1C19-7CD9A87F47FA}"/>
              </a:ext>
            </a:extLst>
          </p:cNvPr>
          <p:cNvCxnSpPr>
            <a:cxnSpLocks/>
            <a:stCxn id="110" idx="3"/>
            <a:endCxn id="118" idx="1"/>
          </p:cNvCxnSpPr>
          <p:nvPr/>
        </p:nvCxnSpPr>
        <p:spPr>
          <a:xfrm>
            <a:off x="2431655" y="2431087"/>
            <a:ext cx="457200" cy="0"/>
          </a:xfrm>
          <a:prstGeom prst="line">
            <a:avLst/>
          </a:prstGeom>
          <a:ln w="25400">
            <a:solidFill>
              <a:srgbClr val="DFB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27">
            <a:extLst>
              <a:ext uri="{FF2B5EF4-FFF2-40B4-BE49-F238E27FC236}">
                <a16:creationId xmlns:a16="http://schemas.microsoft.com/office/drawing/2014/main" id="{9274D945-1FED-E31E-D1C2-E15C6DCB0706}"/>
              </a:ext>
            </a:extLst>
          </p:cNvPr>
          <p:cNvCxnSpPr>
            <a:cxnSpLocks/>
            <a:stCxn id="118" idx="3"/>
            <a:endCxn id="126" idx="1"/>
          </p:cNvCxnSpPr>
          <p:nvPr/>
        </p:nvCxnSpPr>
        <p:spPr>
          <a:xfrm>
            <a:off x="4717655" y="2431087"/>
            <a:ext cx="457200" cy="0"/>
          </a:xfrm>
          <a:prstGeom prst="line">
            <a:avLst/>
          </a:prstGeom>
          <a:ln w="25400">
            <a:solidFill>
              <a:srgbClr val="DFB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28">
            <a:extLst>
              <a:ext uri="{FF2B5EF4-FFF2-40B4-BE49-F238E27FC236}">
                <a16:creationId xmlns:a16="http://schemas.microsoft.com/office/drawing/2014/main" id="{E6BDE75A-4565-75A6-A50A-8A406127CACD}"/>
              </a:ext>
            </a:extLst>
          </p:cNvPr>
          <p:cNvCxnSpPr>
            <a:cxnSpLocks/>
            <a:stCxn id="126" idx="3"/>
            <a:endCxn id="134" idx="1"/>
          </p:cNvCxnSpPr>
          <p:nvPr/>
        </p:nvCxnSpPr>
        <p:spPr>
          <a:xfrm>
            <a:off x="7003655" y="2431087"/>
            <a:ext cx="457199" cy="0"/>
          </a:xfrm>
          <a:prstGeom prst="line">
            <a:avLst/>
          </a:prstGeom>
          <a:ln w="25400">
            <a:solidFill>
              <a:srgbClr val="DFB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29">
            <a:extLst>
              <a:ext uri="{FF2B5EF4-FFF2-40B4-BE49-F238E27FC236}">
                <a16:creationId xmlns:a16="http://schemas.microsoft.com/office/drawing/2014/main" id="{3312D488-4FB8-9974-9FDC-2F1120B8F368}"/>
              </a:ext>
            </a:extLst>
          </p:cNvPr>
          <p:cNvCxnSpPr>
            <a:cxnSpLocks/>
            <a:stCxn id="134" idx="3"/>
            <a:endCxn id="168" idx="1"/>
          </p:cNvCxnSpPr>
          <p:nvPr/>
        </p:nvCxnSpPr>
        <p:spPr>
          <a:xfrm>
            <a:off x="9289654" y="2431087"/>
            <a:ext cx="429769" cy="0"/>
          </a:xfrm>
          <a:prstGeom prst="line">
            <a:avLst/>
          </a:prstGeom>
          <a:ln w="25400">
            <a:solidFill>
              <a:srgbClr val="DFB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30">
            <a:extLst>
              <a:ext uri="{FF2B5EF4-FFF2-40B4-BE49-F238E27FC236}">
                <a16:creationId xmlns:a16="http://schemas.microsoft.com/office/drawing/2014/main" id="{7F47EDAE-DB93-F051-EAF4-2AFB4DA2C794}"/>
              </a:ext>
            </a:extLst>
          </p:cNvPr>
          <p:cNvSpPr/>
          <p:nvPr/>
        </p:nvSpPr>
        <p:spPr>
          <a:xfrm>
            <a:off x="566441" y="4160807"/>
            <a:ext cx="2514600" cy="150876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4F72454-CC07-3B65-074C-E28E42D4CB8E}"/>
              </a:ext>
            </a:extLst>
          </p:cNvPr>
          <p:cNvSpPr txBox="1"/>
          <p:nvPr/>
        </p:nvSpPr>
        <p:spPr>
          <a:xfrm>
            <a:off x="694457" y="4252247"/>
            <a:ext cx="2258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Linked List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57D1951-AD6A-2747-BF03-4BBAB9F98EB5}"/>
              </a:ext>
            </a:extLst>
          </p:cNvPr>
          <p:cNvSpPr txBox="1"/>
          <p:nvPr/>
        </p:nvSpPr>
        <p:spPr>
          <a:xfrm>
            <a:off x="694457" y="4572287"/>
            <a:ext cx="2258568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625954"/>
                </a:solidFill>
                <a:latin typeface="Aptos"/>
              </a:rPr>
              <a:t>Menu catalog and completed-order history</a:t>
            </a:r>
            <a:endParaRPr lang="en-US" sz="1200" b="0" dirty="0">
              <a:solidFill>
                <a:srgbClr val="625954"/>
              </a:solidFill>
              <a:latin typeface="Aptos"/>
            </a:endParaRPr>
          </a:p>
          <a:p>
            <a:pPr algn="l"/>
            <a:endParaRPr lang="en-US" sz="1200" dirty="0">
              <a:solidFill>
                <a:srgbClr val="625954"/>
              </a:solidFill>
              <a:latin typeface="Aptos"/>
            </a:endParaRPr>
          </a:p>
          <a:p>
            <a:pPr algn="l"/>
            <a:endParaRPr lang="en-US" sz="1200" b="0" dirty="0">
              <a:solidFill>
                <a:srgbClr val="625954"/>
              </a:solidFill>
              <a:latin typeface="Aptos"/>
            </a:endParaRPr>
          </a:p>
          <a:p>
            <a:pPr algn="l"/>
            <a:endParaRPr lang="en-US" sz="1200" dirty="0">
              <a:solidFill>
                <a:srgbClr val="625954"/>
              </a:solidFill>
              <a:latin typeface="Aptos"/>
            </a:endParaRPr>
          </a:p>
          <a:p>
            <a:pPr algn="l"/>
            <a:endParaRPr sz="1200" b="0" dirty="0">
              <a:solidFill>
                <a:srgbClr val="625954"/>
              </a:solidFill>
              <a:latin typeface="Aptos"/>
            </a:endParaRPr>
          </a:p>
        </p:txBody>
      </p:sp>
      <p:sp>
        <p:nvSpPr>
          <p:cNvPr id="156" name="Rounded Rectangle 33">
            <a:extLst>
              <a:ext uri="{FF2B5EF4-FFF2-40B4-BE49-F238E27FC236}">
                <a16:creationId xmlns:a16="http://schemas.microsoft.com/office/drawing/2014/main" id="{1BE9F38A-0095-A9FC-7269-F9C8849E1092}"/>
              </a:ext>
            </a:extLst>
          </p:cNvPr>
          <p:cNvSpPr/>
          <p:nvPr/>
        </p:nvSpPr>
        <p:spPr>
          <a:xfrm>
            <a:off x="3309641" y="4160807"/>
            <a:ext cx="2514600" cy="150876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AF1E266-F755-A290-98C2-CACB655CBF4B}"/>
              </a:ext>
            </a:extLst>
          </p:cNvPr>
          <p:cNvSpPr txBox="1"/>
          <p:nvPr/>
        </p:nvSpPr>
        <p:spPr>
          <a:xfrm>
            <a:off x="3437657" y="4252247"/>
            <a:ext cx="2258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Queue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B2BA9A6-58AD-3A44-56B1-35635BFA892E}"/>
              </a:ext>
            </a:extLst>
          </p:cNvPr>
          <p:cNvSpPr txBox="1"/>
          <p:nvPr/>
        </p:nvSpPr>
        <p:spPr>
          <a:xfrm>
            <a:off x="3437657" y="4572287"/>
            <a:ext cx="225856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625954"/>
                </a:solidFill>
                <a:latin typeface="Aptos"/>
              </a:rPr>
              <a:t>Kitchen fairness</a:t>
            </a:r>
          </a:p>
          <a:p>
            <a:pPr algn="l"/>
            <a:r>
              <a:rPr sz="1200" b="0" dirty="0">
                <a:solidFill>
                  <a:srgbClr val="625954"/>
                </a:solidFill>
                <a:latin typeface="Aptos"/>
              </a:rPr>
              <a:t>first order in is first order out</a:t>
            </a:r>
          </a:p>
        </p:txBody>
      </p:sp>
      <p:sp>
        <p:nvSpPr>
          <p:cNvPr id="162" name="Rounded Rectangle 36">
            <a:extLst>
              <a:ext uri="{FF2B5EF4-FFF2-40B4-BE49-F238E27FC236}">
                <a16:creationId xmlns:a16="http://schemas.microsoft.com/office/drawing/2014/main" id="{B10BD29C-2CE2-BD0A-CC4E-9A9E8218D468}"/>
              </a:ext>
            </a:extLst>
          </p:cNvPr>
          <p:cNvSpPr/>
          <p:nvPr/>
        </p:nvSpPr>
        <p:spPr>
          <a:xfrm>
            <a:off x="6052841" y="4160807"/>
            <a:ext cx="2514600" cy="150876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76DC5A7-6C2D-69AA-D146-1C4E4CB4E57B}"/>
              </a:ext>
            </a:extLst>
          </p:cNvPr>
          <p:cNvSpPr txBox="1"/>
          <p:nvPr/>
        </p:nvSpPr>
        <p:spPr>
          <a:xfrm>
            <a:off x="6180857" y="4252247"/>
            <a:ext cx="2258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Hash Table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E4E31FAB-2525-059D-3CA7-D177A187371D}"/>
              </a:ext>
            </a:extLst>
          </p:cNvPr>
          <p:cNvSpPr txBox="1"/>
          <p:nvPr/>
        </p:nvSpPr>
        <p:spPr>
          <a:xfrm>
            <a:off x="6180857" y="4572287"/>
            <a:ext cx="225856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Menu lookup by ID, active-order lookup, and sales counting</a:t>
            </a:r>
          </a:p>
        </p:txBody>
      </p:sp>
      <p:sp>
        <p:nvSpPr>
          <p:cNvPr id="168" name="Rounded Rectangle 42">
            <a:extLst>
              <a:ext uri="{FF2B5EF4-FFF2-40B4-BE49-F238E27FC236}">
                <a16:creationId xmlns:a16="http://schemas.microsoft.com/office/drawing/2014/main" id="{4DC9B7C7-0CF3-2DA6-5E18-1A35013FE788}"/>
              </a:ext>
            </a:extLst>
          </p:cNvPr>
          <p:cNvSpPr/>
          <p:nvPr/>
        </p:nvSpPr>
        <p:spPr>
          <a:xfrm>
            <a:off x="9719423" y="1406991"/>
            <a:ext cx="1828800" cy="2048191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ounded Rectangle 43">
            <a:extLst>
              <a:ext uri="{FF2B5EF4-FFF2-40B4-BE49-F238E27FC236}">
                <a16:creationId xmlns:a16="http://schemas.microsoft.com/office/drawing/2014/main" id="{9011E214-AC5F-F249-FB86-5A41F010EC99}"/>
              </a:ext>
            </a:extLst>
          </p:cNvPr>
          <p:cNvSpPr/>
          <p:nvPr/>
        </p:nvSpPr>
        <p:spPr>
          <a:xfrm>
            <a:off x="9810863" y="1516720"/>
            <a:ext cx="411480" cy="274320"/>
          </a:xfrm>
          <a:prstGeom prst="round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CF8"/>
                </a:solidFill>
                <a:latin typeface="Aptos"/>
              </a:rPr>
              <a:t>E</a:t>
            </a:r>
            <a:endParaRPr sz="1300" b="1">
              <a:solidFill>
                <a:srgbClr val="FFFCF8"/>
              </a:solidFill>
              <a:latin typeface="Apto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27DA9FFD-5CB0-0FCA-A13A-86806E5BE5A0}"/>
              </a:ext>
            </a:extLst>
          </p:cNvPr>
          <p:cNvSpPr txBox="1"/>
          <p:nvPr/>
        </p:nvSpPr>
        <p:spPr>
          <a:xfrm>
            <a:off x="10313783" y="1516720"/>
            <a:ext cx="109728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A2523"/>
                </a:solidFill>
                <a:latin typeface="Aptos Display"/>
              </a:rPr>
              <a:t>Sort + Search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3CB72CF-240A-3B81-B907-F89A47CA0DC1}"/>
              </a:ext>
            </a:extLst>
          </p:cNvPr>
          <p:cNvSpPr txBox="1"/>
          <p:nvPr/>
        </p:nvSpPr>
        <p:spPr>
          <a:xfrm>
            <a:off x="9879113" y="2101220"/>
            <a:ext cx="1609344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dirty="0">
                <a:latin typeface="Aptos"/>
              </a:rPr>
              <a:t>Merge sort ranks sales results; binary search supports recommendation</a:t>
            </a:r>
          </a:p>
        </p:txBody>
      </p:sp>
      <p:sp>
        <p:nvSpPr>
          <p:cNvPr id="176" name="Rounded Rectangle 46">
            <a:extLst>
              <a:ext uri="{FF2B5EF4-FFF2-40B4-BE49-F238E27FC236}">
                <a16:creationId xmlns:a16="http://schemas.microsoft.com/office/drawing/2014/main" id="{A19A98ED-E201-5E3F-C899-476428CF3FD7}"/>
              </a:ext>
            </a:extLst>
          </p:cNvPr>
          <p:cNvSpPr/>
          <p:nvPr/>
        </p:nvSpPr>
        <p:spPr>
          <a:xfrm>
            <a:off x="8796041" y="4160807"/>
            <a:ext cx="2514600" cy="150876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265BB4C1-117B-BE5D-5779-BCBEBF605DEF}"/>
              </a:ext>
            </a:extLst>
          </p:cNvPr>
          <p:cNvSpPr txBox="1"/>
          <p:nvPr/>
        </p:nvSpPr>
        <p:spPr>
          <a:xfrm>
            <a:off x="8924057" y="4252247"/>
            <a:ext cx="2258568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A2523"/>
                </a:solidFill>
                <a:latin typeface="Aptos Display"/>
              </a:rPr>
              <a:t>BST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4586B68-75FB-89B7-2E13-3C31C21D79F2}"/>
              </a:ext>
            </a:extLst>
          </p:cNvPr>
          <p:cNvSpPr txBox="1"/>
          <p:nvPr/>
        </p:nvSpPr>
        <p:spPr>
          <a:xfrm>
            <a:off x="8924057" y="4572287"/>
            <a:ext cx="2258568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625954"/>
                </a:solidFill>
                <a:latin typeface="Aptos"/>
              </a:rPr>
              <a:t>Menu prices stay in sorted order for budget searches</a:t>
            </a:r>
          </a:p>
        </p:txBody>
      </p:sp>
    </p:spTree>
    <p:extLst>
      <p:ext uri="{BB962C8B-B14F-4D97-AF65-F5344CB8AC3E}">
        <p14:creationId xmlns:p14="http://schemas.microsoft.com/office/powerpoint/2010/main" val="3959130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9598F-CE60-3786-B3C4-D894E025E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E2BA6-DB2D-DE1F-2E66-2EB9317170C4}"/>
              </a:ext>
            </a:extLst>
          </p:cNvPr>
          <p:cNvSpPr txBox="1"/>
          <p:nvPr/>
        </p:nvSpPr>
        <p:spPr>
          <a:xfrm>
            <a:off x="625715" y="214851"/>
            <a:ext cx="653573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>
                <a:latin typeface="Book Antiqua"/>
              </a:rPr>
              <a:t>Why We Chose These Data Structures</a:t>
            </a:r>
            <a:endParaRPr lang="en-US" sz="2800" b="1">
              <a:latin typeface="Book Antiqua" panose="02040602050305030304" pitchFamily="18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4ED2B57-B854-9556-C70F-10C114969EA8}"/>
              </a:ext>
            </a:extLst>
          </p:cNvPr>
          <p:cNvCxnSpPr>
            <a:cxnSpLocks/>
          </p:cNvCxnSpPr>
          <p:nvPr/>
        </p:nvCxnSpPr>
        <p:spPr>
          <a:xfrm>
            <a:off x="566441" y="712099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E3C5680-F8C3-936E-9DE8-D55C4D2DC373}"/>
              </a:ext>
            </a:extLst>
          </p:cNvPr>
          <p:cNvCxnSpPr>
            <a:cxnSpLocks/>
          </p:cNvCxnSpPr>
          <p:nvPr/>
        </p:nvCxnSpPr>
        <p:spPr>
          <a:xfrm>
            <a:off x="566441" y="6375175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2815A959-2327-5505-7810-6D63E49798DC}"/>
              </a:ext>
            </a:extLst>
          </p:cNvPr>
          <p:cNvSpPr txBox="1">
            <a:spLocks/>
          </p:cNvSpPr>
          <p:nvPr/>
        </p:nvSpPr>
        <p:spPr>
          <a:xfrm>
            <a:off x="8868870" y="6483434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GB" sz="1200" smtClean="0">
                <a:latin typeface="Book Antiqua" panose="02040602050305030304" pitchFamily="18" charset="0"/>
              </a:rPr>
              <a:pPr algn="r"/>
              <a:t>7</a:t>
            </a:fld>
            <a:endParaRPr lang="en-GB" sz="1200">
              <a:latin typeface="Book Antiqua" panose="02040602050305030304" pitchFamily="18" charset="0"/>
            </a:endParaRPr>
          </a:p>
        </p:txBody>
      </p:sp>
      <p:sp>
        <p:nvSpPr>
          <p:cNvPr id="37" name="Rounded Rectangle 6">
            <a:extLst>
              <a:ext uri="{FF2B5EF4-FFF2-40B4-BE49-F238E27FC236}">
                <a16:creationId xmlns:a16="http://schemas.microsoft.com/office/drawing/2014/main" id="{789394E6-BE60-CB4A-5BD2-86A2448A2F84}"/>
              </a:ext>
            </a:extLst>
          </p:cNvPr>
          <p:cNvSpPr/>
          <p:nvPr/>
        </p:nvSpPr>
        <p:spPr>
          <a:xfrm>
            <a:off x="518160" y="1831632"/>
            <a:ext cx="2011680" cy="352044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D2A66C-55DD-E15A-4FA1-ADFA13484E5F}"/>
              </a:ext>
            </a:extLst>
          </p:cNvPr>
          <p:cNvSpPr txBox="1"/>
          <p:nvPr/>
        </p:nvSpPr>
        <p:spPr>
          <a:xfrm>
            <a:off x="646176" y="1923072"/>
            <a:ext cx="1755648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2A2523"/>
                </a:solidFill>
                <a:latin typeface="Aptos Display"/>
              </a:rPr>
              <a:t>Linked List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58351-5F51-3E36-9EC0-2EB89BF18F9A}"/>
              </a:ext>
            </a:extLst>
          </p:cNvPr>
          <p:cNvSpPr txBox="1"/>
          <p:nvPr/>
        </p:nvSpPr>
        <p:spPr>
          <a:xfrm>
            <a:off x="646176" y="2243112"/>
            <a:ext cx="1755648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Role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menu + completed history</a:t>
            </a:r>
          </a:p>
          <a:p>
            <a:pPr algn="l"/>
            <a:endParaRPr sz="1200" b="0">
              <a:solidFill>
                <a:srgbClr val="625954"/>
              </a:solidFill>
              <a:latin typeface="Aptos"/>
            </a:endParaRP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Why it helped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keeps insertion order clear</a:t>
            </a:r>
          </a:p>
          <a:p>
            <a:pPr algn="l"/>
            <a:endParaRPr sz="1200" b="0">
              <a:solidFill>
                <a:srgbClr val="625954"/>
              </a:solidFill>
              <a:latin typeface="Aptos"/>
            </a:endParaRP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Runtime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insert walks to the end in this simple version</a:t>
            </a:r>
          </a:p>
        </p:txBody>
      </p:sp>
      <p:sp>
        <p:nvSpPr>
          <p:cNvPr id="43" name="Rounded Rectangle 9">
            <a:extLst>
              <a:ext uri="{FF2B5EF4-FFF2-40B4-BE49-F238E27FC236}">
                <a16:creationId xmlns:a16="http://schemas.microsoft.com/office/drawing/2014/main" id="{88632E0F-6919-BDFB-3FB8-9158591800D0}"/>
              </a:ext>
            </a:extLst>
          </p:cNvPr>
          <p:cNvSpPr/>
          <p:nvPr/>
        </p:nvSpPr>
        <p:spPr>
          <a:xfrm>
            <a:off x="2804160" y="1831632"/>
            <a:ext cx="2011680" cy="352044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F0CC1C-6E4E-05C9-EA6B-A7379DD23774}"/>
              </a:ext>
            </a:extLst>
          </p:cNvPr>
          <p:cNvSpPr txBox="1"/>
          <p:nvPr/>
        </p:nvSpPr>
        <p:spPr>
          <a:xfrm>
            <a:off x="2932176" y="1923072"/>
            <a:ext cx="1755648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2A2523"/>
                </a:solidFill>
                <a:latin typeface="Aptos Display"/>
              </a:rPr>
              <a:t>Queue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479203-00CC-D843-FD4A-3157893A4C38}"/>
              </a:ext>
            </a:extLst>
          </p:cNvPr>
          <p:cNvSpPr txBox="1"/>
          <p:nvPr/>
        </p:nvSpPr>
        <p:spPr>
          <a:xfrm>
            <a:off x="2932176" y="2243112"/>
            <a:ext cx="1755648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Role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kitchen processing</a:t>
            </a:r>
          </a:p>
          <a:p>
            <a:pPr algn="l"/>
            <a:endParaRPr sz="1200" b="0">
              <a:solidFill>
                <a:srgbClr val="625954"/>
              </a:solidFill>
              <a:latin typeface="Aptos"/>
            </a:endParaRP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Why it helped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first order in is first order out</a:t>
            </a:r>
          </a:p>
          <a:p>
            <a:pPr algn="l"/>
            <a:endParaRPr sz="1200" b="0">
              <a:solidFill>
                <a:srgbClr val="625954"/>
              </a:solidFill>
              <a:latin typeface="Aptos"/>
            </a:endParaRP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Runtime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enqueue and dequeue are O(1)</a:t>
            </a:r>
          </a:p>
        </p:txBody>
      </p:sp>
      <p:sp>
        <p:nvSpPr>
          <p:cNvPr id="49" name="Rounded Rectangle 12">
            <a:extLst>
              <a:ext uri="{FF2B5EF4-FFF2-40B4-BE49-F238E27FC236}">
                <a16:creationId xmlns:a16="http://schemas.microsoft.com/office/drawing/2014/main" id="{0842306E-ECBF-504D-1941-31007B2C8D32}"/>
              </a:ext>
            </a:extLst>
          </p:cNvPr>
          <p:cNvSpPr/>
          <p:nvPr/>
        </p:nvSpPr>
        <p:spPr>
          <a:xfrm>
            <a:off x="5090160" y="1831632"/>
            <a:ext cx="2011680" cy="352044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8E8A24-38C2-6EE0-0DA0-39DD55C6D8E5}"/>
              </a:ext>
            </a:extLst>
          </p:cNvPr>
          <p:cNvSpPr txBox="1"/>
          <p:nvPr/>
        </p:nvSpPr>
        <p:spPr>
          <a:xfrm>
            <a:off x="5218176" y="1923072"/>
            <a:ext cx="1755648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2A2523"/>
                </a:solidFill>
                <a:latin typeface="Aptos Display"/>
              </a:rPr>
              <a:t>Hash Table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98324D-B1FF-DE4F-7D96-093E466F56CA}"/>
              </a:ext>
            </a:extLst>
          </p:cNvPr>
          <p:cNvSpPr txBox="1"/>
          <p:nvPr/>
        </p:nvSpPr>
        <p:spPr>
          <a:xfrm>
            <a:off x="5218176" y="2243112"/>
            <a:ext cx="1755648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Role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fast lookup and counts</a:t>
            </a:r>
          </a:p>
          <a:p>
            <a:pPr algn="l"/>
            <a:endParaRPr sz="1200" b="0">
              <a:solidFill>
                <a:srgbClr val="625954"/>
              </a:solidFill>
              <a:latin typeface="Aptos"/>
            </a:endParaRP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Why it helped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menu and order IDs become simple keys</a:t>
            </a:r>
          </a:p>
          <a:p>
            <a:pPr algn="l"/>
            <a:endParaRPr sz="1200" b="0">
              <a:solidFill>
                <a:srgbClr val="625954"/>
              </a:solidFill>
              <a:latin typeface="Aptos"/>
            </a:endParaRP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Runtime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average-case lookup is close to O(1)</a:t>
            </a:r>
          </a:p>
        </p:txBody>
      </p:sp>
      <p:sp>
        <p:nvSpPr>
          <p:cNvPr id="55" name="Rounded Rectangle 15">
            <a:extLst>
              <a:ext uri="{FF2B5EF4-FFF2-40B4-BE49-F238E27FC236}">
                <a16:creationId xmlns:a16="http://schemas.microsoft.com/office/drawing/2014/main" id="{C9258D33-91D1-E9F9-2BF0-07AA34FEA7F6}"/>
              </a:ext>
            </a:extLst>
          </p:cNvPr>
          <p:cNvSpPr/>
          <p:nvPr/>
        </p:nvSpPr>
        <p:spPr>
          <a:xfrm>
            <a:off x="7376159" y="1831632"/>
            <a:ext cx="2011680" cy="352044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A068ED-B820-BAC5-6FDA-8EB5BF430A7F}"/>
              </a:ext>
            </a:extLst>
          </p:cNvPr>
          <p:cNvSpPr txBox="1"/>
          <p:nvPr/>
        </p:nvSpPr>
        <p:spPr>
          <a:xfrm>
            <a:off x="7504175" y="1923072"/>
            <a:ext cx="1755648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2A2523"/>
                </a:solidFill>
                <a:latin typeface="Aptos Display"/>
              </a:rPr>
              <a:t>BST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3D9E022-E7BB-5175-DFC3-4E737040EA01}"/>
              </a:ext>
            </a:extLst>
          </p:cNvPr>
          <p:cNvSpPr txBox="1"/>
          <p:nvPr/>
        </p:nvSpPr>
        <p:spPr>
          <a:xfrm>
            <a:off x="7504175" y="2243112"/>
            <a:ext cx="1755648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Role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price-based access</a:t>
            </a:r>
          </a:p>
          <a:p>
            <a:pPr algn="l"/>
            <a:endParaRPr sz="1200" b="0">
              <a:solidFill>
                <a:srgbClr val="625954"/>
              </a:solidFill>
              <a:latin typeface="Aptos"/>
            </a:endParaRP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Why it helped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menu items stay in price order</a:t>
            </a:r>
          </a:p>
          <a:p>
            <a:pPr algn="l"/>
            <a:endParaRPr sz="1200" b="0">
              <a:solidFill>
                <a:srgbClr val="625954"/>
              </a:solidFill>
              <a:latin typeface="Aptos"/>
            </a:endParaRP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Trade-off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not self-balancing</a:t>
            </a:r>
          </a:p>
        </p:txBody>
      </p:sp>
      <p:sp>
        <p:nvSpPr>
          <p:cNvPr id="61" name="Rounded Rectangle 24">
            <a:extLst>
              <a:ext uri="{FF2B5EF4-FFF2-40B4-BE49-F238E27FC236}">
                <a16:creationId xmlns:a16="http://schemas.microsoft.com/office/drawing/2014/main" id="{D8AB29B9-0219-E6E9-5F1D-CBB33C33AF8B}"/>
              </a:ext>
            </a:extLst>
          </p:cNvPr>
          <p:cNvSpPr/>
          <p:nvPr/>
        </p:nvSpPr>
        <p:spPr>
          <a:xfrm>
            <a:off x="9515855" y="1836487"/>
            <a:ext cx="2011680" cy="352044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C5FA82-6146-8B30-601A-161ADD31DC67}"/>
              </a:ext>
            </a:extLst>
          </p:cNvPr>
          <p:cNvSpPr txBox="1"/>
          <p:nvPr/>
        </p:nvSpPr>
        <p:spPr>
          <a:xfrm>
            <a:off x="9643871" y="1927927"/>
            <a:ext cx="1755648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700" b="1">
                <a:solidFill>
                  <a:srgbClr val="2A2523"/>
                </a:solidFill>
                <a:latin typeface="Aptos Display"/>
              </a:rPr>
              <a:t>Sort / Search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D6289B-843E-0862-B9A9-02E7749ED208}"/>
              </a:ext>
            </a:extLst>
          </p:cNvPr>
          <p:cNvSpPr txBox="1"/>
          <p:nvPr/>
        </p:nvSpPr>
        <p:spPr>
          <a:xfrm>
            <a:off x="9643871" y="2247967"/>
            <a:ext cx="1755648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625954"/>
                </a:solidFill>
                <a:latin typeface="Aptos"/>
              </a:rPr>
              <a:t>Merge sort</a:t>
            </a:r>
          </a:p>
          <a:p>
            <a:r>
              <a:rPr sz="1200">
                <a:solidFill>
                  <a:srgbClr val="625954"/>
                </a:solidFill>
                <a:latin typeface="Aptos"/>
              </a:rPr>
              <a:t>rank popular items</a:t>
            </a:r>
          </a:p>
          <a:p>
            <a:endParaRPr sz="1200">
              <a:solidFill>
                <a:srgbClr val="625954"/>
              </a:solidFill>
              <a:latin typeface="Aptos"/>
            </a:endParaRPr>
          </a:p>
          <a:p>
            <a:r>
              <a:rPr sz="1200">
                <a:solidFill>
                  <a:srgbClr val="625954"/>
                </a:solidFill>
                <a:latin typeface="Aptos"/>
              </a:rPr>
              <a:t>Binary search</a:t>
            </a:r>
          </a:p>
          <a:p>
            <a:r>
              <a:rPr sz="1200">
                <a:solidFill>
                  <a:srgbClr val="625954"/>
                </a:solidFill>
                <a:latin typeface="Aptos"/>
              </a:rPr>
              <a:t>recommend items</a:t>
            </a:r>
          </a:p>
          <a:p>
            <a:r>
              <a:rPr sz="1200">
                <a:solidFill>
                  <a:srgbClr val="625954"/>
                </a:solidFill>
                <a:latin typeface="Aptos"/>
              </a:rPr>
              <a:t>search completed order numbers</a:t>
            </a:r>
          </a:p>
        </p:txBody>
      </p:sp>
    </p:spTree>
    <p:extLst>
      <p:ext uri="{BB962C8B-B14F-4D97-AF65-F5344CB8AC3E}">
        <p14:creationId xmlns:p14="http://schemas.microsoft.com/office/powerpoint/2010/main" val="3833360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F605B-4A60-76C3-F94A-FDF8DCB97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C6E0F2-E8DB-FE9E-53F7-CE14991E0A77}"/>
              </a:ext>
            </a:extLst>
          </p:cNvPr>
          <p:cNvSpPr txBox="1"/>
          <p:nvPr/>
        </p:nvSpPr>
        <p:spPr>
          <a:xfrm>
            <a:off x="625715" y="214851"/>
            <a:ext cx="653573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>
                <a:latin typeface="Book Antiqua"/>
              </a:rPr>
              <a:t>Code Deep Dive #1</a:t>
            </a:r>
            <a:endParaRPr lang="en-US" sz="2800" b="1">
              <a:latin typeface="Book Antiqua" panose="02040602050305030304" pitchFamily="18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B41629E-5D80-FECF-416B-95D57E6420F7}"/>
              </a:ext>
            </a:extLst>
          </p:cNvPr>
          <p:cNvCxnSpPr>
            <a:cxnSpLocks/>
          </p:cNvCxnSpPr>
          <p:nvPr/>
        </p:nvCxnSpPr>
        <p:spPr>
          <a:xfrm>
            <a:off x="566441" y="712099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BE1855-4137-FBF7-CB9C-A6A8FCE32576}"/>
              </a:ext>
            </a:extLst>
          </p:cNvPr>
          <p:cNvCxnSpPr>
            <a:cxnSpLocks/>
          </p:cNvCxnSpPr>
          <p:nvPr/>
        </p:nvCxnSpPr>
        <p:spPr>
          <a:xfrm>
            <a:off x="566441" y="6375175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CE4A4C33-48FC-AFAD-2414-C753EDE625EE}"/>
              </a:ext>
            </a:extLst>
          </p:cNvPr>
          <p:cNvSpPr txBox="1">
            <a:spLocks/>
          </p:cNvSpPr>
          <p:nvPr/>
        </p:nvSpPr>
        <p:spPr>
          <a:xfrm>
            <a:off x="8868870" y="6483434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GB" sz="1200" smtClean="0">
                <a:latin typeface="Book Antiqua" panose="02040602050305030304" pitchFamily="18" charset="0"/>
              </a:rPr>
              <a:pPr algn="r"/>
              <a:t>8</a:t>
            </a:fld>
            <a:endParaRPr lang="en-GB" sz="1200">
              <a:latin typeface="Book Antiqua" panose="020406020503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536C92-DD5F-62F1-49D4-F37FD4693997}"/>
              </a:ext>
            </a:extLst>
          </p:cNvPr>
          <p:cNvSpPr txBox="1"/>
          <p:nvPr/>
        </p:nvSpPr>
        <p:spPr>
          <a:xfrm>
            <a:off x="841248" y="1425348"/>
            <a:ext cx="5916168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625954"/>
                </a:solidFill>
                <a:latin typeface="Aptos"/>
              </a:rPr>
              <a:t>These two structures control menu storage and kitchen fairness.</a:t>
            </a: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81E64D43-8510-6BD2-13B8-BBBD8C23C5E3}"/>
              </a:ext>
            </a:extLst>
          </p:cNvPr>
          <p:cNvSpPr/>
          <p:nvPr/>
        </p:nvSpPr>
        <p:spPr>
          <a:xfrm>
            <a:off x="868680" y="2011680"/>
            <a:ext cx="4572000" cy="2514600"/>
          </a:xfrm>
          <a:prstGeom prst="roundRect">
            <a:avLst/>
          </a:prstGeom>
          <a:solidFill>
            <a:srgbClr val="21181D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88E1E9-AC6C-6227-543F-4345C54AF493}"/>
              </a:ext>
            </a:extLst>
          </p:cNvPr>
          <p:cNvSpPr txBox="1"/>
          <p:nvPr/>
        </p:nvSpPr>
        <p:spPr>
          <a:xfrm>
            <a:off x="1214628" y="2146655"/>
            <a:ext cx="16002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DFB86C"/>
                </a:solidFill>
                <a:latin typeface="Aptos"/>
              </a:rPr>
              <a:t>LinkedList.insert()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2C50D-E0C6-E19F-7467-74B13890F1C4}"/>
              </a:ext>
            </a:extLst>
          </p:cNvPr>
          <p:cNvSpPr txBox="1"/>
          <p:nvPr/>
        </p:nvSpPr>
        <p:spPr>
          <a:xfrm>
            <a:off x="996696" y="2377440"/>
            <a:ext cx="4315968" cy="16158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def insert(self, newNode):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if self.head is None: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    self.head = newNode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else: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    lastNode = self.head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    while(lastNode.next):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        lastNode = lastNode.next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    lastNode.next = newNode</a:t>
            </a: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801360C7-8809-4DC4-3E0D-D6491358097A}"/>
              </a:ext>
            </a:extLst>
          </p:cNvPr>
          <p:cNvSpPr/>
          <p:nvPr/>
        </p:nvSpPr>
        <p:spPr>
          <a:xfrm>
            <a:off x="5715000" y="2011680"/>
            <a:ext cx="4572000" cy="2514600"/>
          </a:xfrm>
          <a:prstGeom prst="roundRect">
            <a:avLst/>
          </a:prstGeom>
          <a:solidFill>
            <a:srgbClr val="21181D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681FF3-A069-75BC-8F87-230A14C9405C}"/>
              </a:ext>
            </a:extLst>
          </p:cNvPr>
          <p:cNvSpPr txBox="1"/>
          <p:nvPr/>
        </p:nvSpPr>
        <p:spPr>
          <a:xfrm>
            <a:off x="6012180" y="2138563"/>
            <a:ext cx="1255803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DFB86C"/>
                </a:solidFill>
                <a:latin typeface="Aptos"/>
              </a:rPr>
              <a:t>SLLQueue.enqueue() / dequeue()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DDE26F-977F-5799-6B38-31A74EE69AB4}"/>
              </a:ext>
            </a:extLst>
          </p:cNvPr>
          <p:cNvSpPr txBox="1"/>
          <p:nvPr/>
        </p:nvSpPr>
        <p:spPr>
          <a:xfrm>
            <a:off x="5843016" y="2377440"/>
            <a:ext cx="4315968" cy="20756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def enqueue(self, element):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new = self.Node(element, None)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if self.is_empty():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    self.head = new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else: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    self.tail._next = new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self.tail = new</a:t>
            </a:r>
          </a:p>
          <a:p>
            <a:pPr algn="l"/>
            <a:endParaRPr sz="1100" b="0">
              <a:solidFill>
                <a:srgbClr val="FFFCF8"/>
              </a:solidFill>
              <a:latin typeface="Courier New"/>
            </a:endParaRP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def dequeue(self):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result = self.head.element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self.head = self.head._next</a:t>
            </a:r>
          </a:p>
        </p:txBody>
      </p:sp>
      <p:sp>
        <p:nvSpPr>
          <p:cNvPr id="18" name="Rounded Rectangle 13">
            <a:extLst>
              <a:ext uri="{FF2B5EF4-FFF2-40B4-BE49-F238E27FC236}">
                <a16:creationId xmlns:a16="http://schemas.microsoft.com/office/drawing/2014/main" id="{4D090C07-0ED7-4D34-30C4-1B0EE731BFF9}"/>
              </a:ext>
            </a:extLst>
          </p:cNvPr>
          <p:cNvSpPr/>
          <p:nvPr/>
        </p:nvSpPr>
        <p:spPr>
          <a:xfrm>
            <a:off x="868680" y="4800600"/>
            <a:ext cx="3246120" cy="105156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156D50-520E-0787-BD50-496EDCA2C3FB}"/>
              </a:ext>
            </a:extLst>
          </p:cNvPr>
          <p:cNvSpPr txBox="1"/>
          <p:nvPr/>
        </p:nvSpPr>
        <p:spPr>
          <a:xfrm>
            <a:off x="996696" y="4892040"/>
            <a:ext cx="2990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What to say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B882E8-FA12-C21B-816B-B868AC59BDDB}"/>
              </a:ext>
            </a:extLst>
          </p:cNvPr>
          <p:cNvSpPr txBox="1"/>
          <p:nvPr/>
        </p:nvSpPr>
        <p:spPr>
          <a:xfrm>
            <a:off x="996696" y="5212080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The linked list stores the menu, while the queue stores order ids waiting for the kitchen.</a:t>
            </a:r>
          </a:p>
        </p:txBody>
      </p:sp>
      <p:sp>
        <p:nvSpPr>
          <p:cNvPr id="24" name="Rounded Rectangle 16">
            <a:extLst>
              <a:ext uri="{FF2B5EF4-FFF2-40B4-BE49-F238E27FC236}">
                <a16:creationId xmlns:a16="http://schemas.microsoft.com/office/drawing/2014/main" id="{55D1E8D2-AFC5-A8E3-BAB6-F8B00B0AFD61}"/>
              </a:ext>
            </a:extLst>
          </p:cNvPr>
          <p:cNvSpPr/>
          <p:nvPr/>
        </p:nvSpPr>
        <p:spPr>
          <a:xfrm>
            <a:off x="4389120" y="4800600"/>
            <a:ext cx="3246120" cy="105156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42760D-0AEC-CF56-1E59-79688F12C526}"/>
              </a:ext>
            </a:extLst>
          </p:cNvPr>
          <p:cNvSpPr txBox="1"/>
          <p:nvPr/>
        </p:nvSpPr>
        <p:spPr>
          <a:xfrm>
            <a:off x="4517136" y="4892040"/>
            <a:ext cx="2990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Why it matters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366CA6-EC25-F9C7-AF2F-3624772E9F77}"/>
              </a:ext>
            </a:extLst>
          </p:cNvPr>
          <p:cNvSpPr txBox="1"/>
          <p:nvPr/>
        </p:nvSpPr>
        <p:spPr>
          <a:xfrm>
            <a:off x="4517136" y="5212080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These are two of the clearest examples of the project following the lecture code style directly.</a:t>
            </a:r>
          </a:p>
        </p:txBody>
      </p:sp>
      <p:sp>
        <p:nvSpPr>
          <p:cNvPr id="30" name="Rounded Rectangle 19">
            <a:extLst>
              <a:ext uri="{FF2B5EF4-FFF2-40B4-BE49-F238E27FC236}">
                <a16:creationId xmlns:a16="http://schemas.microsoft.com/office/drawing/2014/main" id="{10BE20D0-EEB6-A683-FE02-8EEEA77788D7}"/>
              </a:ext>
            </a:extLst>
          </p:cNvPr>
          <p:cNvSpPr/>
          <p:nvPr/>
        </p:nvSpPr>
        <p:spPr>
          <a:xfrm>
            <a:off x="7909560" y="4736592"/>
            <a:ext cx="2788920" cy="1115568"/>
          </a:xfrm>
          <a:prstGeom prst="roundRect">
            <a:avLst/>
          </a:prstGeom>
          <a:solidFill>
            <a:srgbClr val="F9F5EF"/>
          </a:solidFill>
          <a:ln w="13970">
            <a:solidFill>
              <a:srgbClr val="BA6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+</a:t>
            </a:r>
          </a:p>
          <a:p>
            <a:pPr algn="ctr"/>
            <a:r>
              <a:rPr sz="1100" b="1">
                <a:solidFill>
                  <a:srgbClr val="625954"/>
                </a:solidFill>
                <a:latin typeface="Aptos"/>
              </a:rPr>
              <a:t>Add code screenshot if you want</a:t>
            </a:r>
          </a:p>
        </p:txBody>
      </p:sp>
    </p:spTree>
    <p:extLst>
      <p:ext uri="{BB962C8B-B14F-4D97-AF65-F5344CB8AC3E}">
        <p14:creationId xmlns:p14="http://schemas.microsoft.com/office/powerpoint/2010/main" val="1585778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F1AB2E-87C6-500A-6095-FB96A8A6C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60B8F8-983F-F4DC-2956-2EC998D5EAD1}"/>
              </a:ext>
            </a:extLst>
          </p:cNvPr>
          <p:cNvSpPr txBox="1"/>
          <p:nvPr/>
        </p:nvSpPr>
        <p:spPr>
          <a:xfrm>
            <a:off x="625715" y="214851"/>
            <a:ext cx="653573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>
                <a:latin typeface="Book Antiqua"/>
              </a:rPr>
              <a:t>Code Deep Dive #2</a:t>
            </a:r>
            <a:endParaRPr lang="en-US" sz="2800" b="1">
              <a:latin typeface="Book Antiqua" panose="02040602050305030304" pitchFamily="18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A677732-4B49-265E-B3FE-CF097E23ED55}"/>
              </a:ext>
            </a:extLst>
          </p:cNvPr>
          <p:cNvCxnSpPr>
            <a:cxnSpLocks/>
          </p:cNvCxnSpPr>
          <p:nvPr/>
        </p:nvCxnSpPr>
        <p:spPr>
          <a:xfrm>
            <a:off x="566441" y="712099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532C83-C7FB-5C9F-A741-BFD77CD4BAD2}"/>
              </a:ext>
            </a:extLst>
          </p:cNvPr>
          <p:cNvCxnSpPr>
            <a:cxnSpLocks/>
          </p:cNvCxnSpPr>
          <p:nvPr/>
        </p:nvCxnSpPr>
        <p:spPr>
          <a:xfrm>
            <a:off x="566441" y="6375175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9C8837C5-EBD2-99FB-34A8-A7E521EEE8B7}"/>
              </a:ext>
            </a:extLst>
          </p:cNvPr>
          <p:cNvSpPr txBox="1">
            <a:spLocks/>
          </p:cNvSpPr>
          <p:nvPr/>
        </p:nvSpPr>
        <p:spPr>
          <a:xfrm>
            <a:off x="8868870" y="6483434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GB" sz="1200" smtClean="0">
                <a:latin typeface="Book Antiqua" panose="02040602050305030304" pitchFamily="18" charset="0"/>
              </a:rPr>
              <a:pPr algn="r"/>
              <a:t>9</a:t>
            </a:fld>
            <a:endParaRPr lang="en-GB" sz="1200">
              <a:latin typeface="Book Antiqua" panose="02040602050305030304" pitchFamily="18" charset="0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F55AF188-DEE3-7D18-E35C-19865D7F41E0}"/>
              </a:ext>
            </a:extLst>
          </p:cNvPr>
          <p:cNvSpPr txBox="1"/>
          <p:nvPr/>
        </p:nvSpPr>
        <p:spPr>
          <a:xfrm>
            <a:off x="841248" y="1435608"/>
            <a:ext cx="5750605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625954"/>
                </a:solidFill>
                <a:latin typeface="Aptos"/>
              </a:rPr>
              <a:t>The hash table handles repeated lookups in the project.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F4A8D645-4B27-D41F-B1A4-7F98069D7F85}"/>
              </a:ext>
            </a:extLst>
          </p:cNvPr>
          <p:cNvSpPr/>
          <p:nvPr/>
        </p:nvSpPr>
        <p:spPr>
          <a:xfrm>
            <a:off x="868680" y="2011680"/>
            <a:ext cx="4754880" cy="2926080"/>
          </a:xfrm>
          <a:prstGeom prst="roundRect">
            <a:avLst/>
          </a:prstGeom>
          <a:solidFill>
            <a:srgbClr val="21181D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427F52BA-FBE6-0E5E-1A42-413E9FE8A8D2}"/>
              </a:ext>
            </a:extLst>
          </p:cNvPr>
          <p:cNvSpPr txBox="1"/>
          <p:nvPr/>
        </p:nvSpPr>
        <p:spPr>
          <a:xfrm>
            <a:off x="1221169" y="2123079"/>
            <a:ext cx="142492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DFB86C"/>
                </a:solidFill>
                <a:latin typeface="Aptos"/>
              </a:rPr>
              <a:t>Custom hash function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258023F-FD4E-A7B9-6BC7-234ACD0E20E8}"/>
              </a:ext>
            </a:extLst>
          </p:cNvPr>
          <p:cNvSpPr txBox="1"/>
          <p:nvPr/>
        </p:nvSpPr>
        <p:spPr>
          <a:xfrm>
            <a:off x="996696" y="2377440"/>
            <a:ext cx="4498848" cy="195438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def hash_function(self, key):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text = str(key)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total = 0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for letter in text: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    total = total + ord(letter)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return total % self.capacity</a:t>
            </a:r>
          </a:p>
          <a:p>
            <a:pPr algn="l"/>
            <a:endParaRPr sz="1100" b="0">
              <a:solidFill>
                <a:srgbClr val="FFFCF8"/>
              </a:solidFill>
              <a:latin typeface="Courier New"/>
            </a:endParaRP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def set(self, key, value):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index = self.hash_function(key)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currentNode = self.table[index]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CB4410A-2AA6-3820-A1EF-CC8A19434B9B}"/>
              </a:ext>
            </a:extLst>
          </p:cNvPr>
          <p:cNvSpPr/>
          <p:nvPr/>
        </p:nvSpPr>
        <p:spPr>
          <a:xfrm>
            <a:off x="5897880" y="2011680"/>
            <a:ext cx="2468880" cy="132588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1C323FE9-5854-6EEF-E6A0-C00EA8BE0B73}"/>
              </a:ext>
            </a:extLst>
          </p:cNvPr>
          <p:cNvSpPr txBox="1"/>
          <p:nvPr/>
        </p:nvSpPr>
        <p:spPr>
          <a:xfrm>
            <a:off x="6025896" y="2103120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Used for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80683F3F-B72B-A35A-F962-B29F45F4FC8E}"/>
              </a:ext>
            </a:extLst>
          </p:cNvPr>
          <p:cNvSpPr txBox="1"/>
          <p:nvPr/>
        </p:nvSpPr>
        <p:spPr>
          <a:xfrm>
            <a:off x="6025896" y="2423160"/>
            <a:ext cx="221284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menu lookup by item ID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active-order lookup by order ID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completed sales counting</a:t>
            </a:r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40DFDF23-5487-7FA9-F54D-1FBF96089D04}"/>
              </a:ext>
            </a:extLst>
          </p:cNvPr>
          <p:cNvSpPr/>
          <p:nvPr/>
        </p:nvSpPr>
        <p:spPr>
          <a:xfrm>
            <a:off x="8641080" y="2011680"/>
            <a:ext cx="2560320" cy="132588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FD065DBF-52C7-6C9A-C81B-86B07B125D89}"/>
              </a:ext>
            </a:extLst>
          </p:cNvPr>
          <p:cNvSpPr txBox="1"/>
          <p:nvPr/>
        </p:nvSpPr>
        <p:spPr>
          <a:xfrm>
            <a:off x="8769096" y="2103120"/>
            <a:ext cx="23042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Why it helps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E49C8C46-42B6-8DCF-5AA8-016BD6006EA4}"/>
              </a:ext>
            </a:extLst>
          </p:cNvPr>
          <p:cNvSpPr txBox="1"/>
          <p:nvPr/>
        </p:nvSpPr>
        <p:spPr>
          <a:xfrm>
            <a:off x="8769096" y="2423160"/>
            <a:ext cx="230428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These are repeated operations, so hashing helps the system stay organized without repeated scanning.</a:t>
            </a:r>
          </a:p>
        </p:txBody>
      </p:sp>
      <p:sp>
        <p:nvSpPr>
          <p:cNvPr id="23" name="Rounded Rectangle 16">
            <a:extLst>
              <a:ext uri="{FF2B5EF4-FFF2-40B4-BE49-F238E27FC236}">
                <a16:creationId xmlns:a16="http://schemas.microsoft.com/office/drawing/2014/main" id="{E0A89DB4-0C43-394C-9D7A-EAFC23087A97}"/>
              </a:ext>
            </a:extLst>
          </p:cNvPr>
          <p:cNvSpPr/>
          <p:nvPr/>
        </p:nvSpPr>
        <p:spPr>
          <a:xfrm>
            <a:off x="5897880" y="3657600"/>
            <a:ext cx="5303520" cy="128016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25B0B047-35B7-F09F-B639-B6B6F4B57052}"/>
              </a:ext>
            </a:extLst>
          </p:cNvPr>
          <p:cNvSpPr txBox="1"/>
          <p:nvPr/>
        </p:nvSpPr>
        <p:spPr>
          <a:xfrm>
            <a:off x="6025896" y="3749040"/>
            <a:ext cx="50474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Defensibility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7F91F82D-1D43-7FA7-690C-6A8226C9CCDB}"/>
              </a:ext>
            </a:extLst>
          </p:cNvPr>
          <p:cNvSpPr txBox="1"/>
          <p:nvPr/>
        </p:nvSpPr>
        <p:spPr>
          <a:xfrm>
            <a:off x="6025896" y="4069080"/>
            <a:ext cx="5047488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We kept the hash function and chaining logic simple so it would still look like beginner-level class code.</a:t>
            </a:r>
          </a:p>
        </p:txBody>
      </p:sp>
      <p:sp>
        <p:nvSpPr>
          <p:cNvPr id="29" name="Rounded Rectangle 19">
            <a:extLst>
              <a:ext uri="{FF2B5EF4-FFF2-40B4-BE49-F238E27FC236}">
                <a16:creationId xmlns:a16="http://schemas.microsoft.com/office/drawing/2014/main" id="{21FB196C-05F2-4F61-450C-1BFBA69C9341}"/>
              </a:ext>
            </a:extLst>
          </p:cNvPr>
          <p:cNvSpPr/>
          <p:nvPr/>
        </p:nvSpPr>
        <p:spPr>
          <a:xfrm>
            <a:off x="5897880" y="5120640"/>
            <a:ext cx="5303520" cy="640080"/>
          </a:xfrm>
          <a:prstGeom prst="roundRect">
            <a:avLst/>
          </a:prstGeom>
          <a:solidFill>
            <a:srgbClr val="F9F5EF"/>
          </a:solidFill>
          <a:ln w="13970">
            <a:solidFill>
              <a:srgbClr val="BA6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+</a:t>
            </a:r>
          </a:p>
          <a:p>
            <a:pPr algn="ctr"/>
            <a:r>
              <a:rPr sz="1100" b="1">
                <a:solidFill>
                  <a:srgbClr val="625954"/>
                </a:solidFill>
                <a:latin typeface="Aptos"/>
              </a:rPr>
              <a:t>Add screenshot of hash-table code / output here</a:t>
            </a:r>
          </a:p>
        </p:txBody>
      </p:sp>
    </p:spTree>
    <p:extLst>
      <p:ext uri="{BB962C8B-B14F-4D97-AF65-F5344CB8AC3E}">
        <p14:creationId xmlns:p14="http://schemas.microsoft.com/office/powerpoint/2010/main" val="2610860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505A1A-F732-9581-AE44-F254E283F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775720-A5BF-254A-CDA7-424A1CC18E59}"/>
              </a:ext>
            </a:extLst>
          </p:cNvPr>
          <p:cNvSpPr txBox="1"/>
          <p:nvPr/>
        </p:nvSpPr>
        <p:spPr>
          <a:xfrm>
            <a:off x="625715" y="214851"/>
            <a:ext cx="653573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>
                <a:latin typeface="Book Antiqua"/>
              </a:rPr>
              <a:t>Code Deep Dive #3</a:t>
            </a:r>
            <a:endParaRPr lang="en-US" sz="2800" b="1">
              <a:latin typeface="Book Antiqua" panose="02040602050305030304" pitchFamily="18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895BF2F-FEE8-C80A-9256-45E638F6FCE8}"/>
              </a:ext>
            </a:extLst>
          </p:cNvPr>
          <p:cNvCxnSpPr>
            <a:cxnSpLocks/>
          </p:cNvCxnSpPr>
          <p:nvPr/>
        </p:nvCxnSpPr>
        <p:spPr>
          <a:xfrm>
            <a:off x="566441" y="712099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DEE9AAE-55C6-3561-226C-538B86356019}"/>
              </a:ext>
            </a:extLst>
          </p:cNvPr>
          <p:cNvCxnSpPr>
            <a:cxnSpLocks/>
          </p:cNvCxnSpPr>
          <p:nvPr/>
        </p:nvCxnSpPr>
        <p:spPr>
          <a:xfrm>
            <a:off x="566441" y="6375175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76141948-E199-A5A3-CB39-C03C518A6361}"/>
              </a:ext>
            </a:extLst>
          </p:cNvPr>
          <p:cNvSpPr txBox="1">
            <a:spLocks/>
          </p:cNvSpPr>
          <p:nvPr/>
        </p:nvSpPr>
        <p:spPr>
          <a:xfrm>
            <a:off x="8868870" y="6483434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GB" sz="1200" smtClean="0">
                <a:latin typeface="Book Antiqua" panose="02040602050305030304" pitchFamily="18" charset="0"/>
              </a:rPr>
              <a:pPr algn="r"/>
              <a:t>10</a:t>
            </a:fld>
            <a:endParaRPr lang="en-GB" sz="1200">
              <a:latin typeface="Book Antiqua" panose="02040602050305030304" pitchFamily="18" charset="0"/>
            </a:endParaRPr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9BB292B4-0DD3-218F-D135-5208AE8D8420}"/>
              </a:ext>
            </a:extLst>
          </p:cNvPr>
          <p:cNvSpPr/>
          <p:nvPr/>
        </p:nvSpPr>
        <p:spPr>
          <a:xfrm>
            <a:off x="868680" y="1828800"/>
            <a:ext cx="4480560" cy="2423160"/>
          </a:xfrm>
          <a:prstGeom prst="roundRect">
            <a:avLst/>
          </a:prstGeom>
          <a:solidFill>
            <a:srgbClr val="21181D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34DD9B25-DFEE-6769-CCAB-468020F1945F}"/>
              </a:ext>
            </a:extLst>
          </p:cNvPr>
          <p:cNvSpPr txBox="1"/>
          <p:nvPr/>
        </p:nvSpPr>
        <p:spPr>
          <a:xfrm>
            <a:off x="1148341" y="1901952"/>
            <a:ext cx="212893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DFB86C"/>
                </a:solidFill>
                <a:latin typeface="Aptos"/>
              </a:rPr>
              <a:t>Budget recommendation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9C09A1C-FC56-A85A-764F-9178ABAFBDF7}"/>
              </a:ext>
            </a:extLst>
          </p:cNvPr>
          <p:cNvSpPr txBox="1"/>
          <p:nvPr/>
        </p:nvSpPr>
        <p:spPr>
          <a:xfrm>
            <a:off x="996696" y="2194560"/>
            <a:ext cx="4224528" cy="19842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def recommend_under_budget(self, budget, category="All"):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items = self.list_menu(category, budget)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return binary_search_best_affordable(items, budget)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7095FDF-973D-9AB7-C31A-CE79938BDAB8}"/>
              </a:ext>
            </a:extLst>
          </p:cNvPr>
          <p:cNvSpPr/>
          <p:nvPr/>
        </p:nvSpPr>
        <p:spPr>
          <a:xfrm>
            <a:off x="5577840" y="1828800"/>
            <a:ext cx="4709160" cy="2423160"/>
          </a:xfrm>
          <a:prstGeom prst="roundRect">
            <a:avLst/>
          </a:prstGeom>
          <a:solidFill>
            <a:srgbClr val="21181D"/>
          </a:solidFill>
          <a:ln w="13970">
            <a:solidFill>
              <a:srgbClr val="D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1D92F60-5CD8-9D77-7EFC-2982C306D46C}"/>
              </a:ext>
            </a:extLst>
          </p:cNvPr>
          <p:cNvSpPr txBox="1"/>
          <p:nvPr/>
        </p:nvSpPr>
        <p:spPr>
          <a:xfrm>
            <a:off x="5922237" y="1927042"/>
            <a:ext cx="191109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DFB86C"/>
                </a:solidFill>
                <a:latin typeface="Aptos"/>
              </a:rPr>
              <a:t>Order completion + sales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B3AF41C1-9503-AECF-4D7F-E863833CBA8D}"/>
              </a:ext>
            </a:extLst>
          </p:cNvPr>
          <p:cNvSpPr txBox="1"/>
          <p:nvPr/>
        </p:nvSpPr>
        <p:spPr>
          <a:xfrm>
            <a:off x="5705856" y="2194560"/>
            <a:ext cx="4453128" cy="19842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def add_sales(self, order):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for item in order["items"]: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    current_total = self.item_sales.get(item["item_id"])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    if current_total is None: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        self.item_sales.set(item["item_id"], item["quantity"])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    else:</a:t>
            </a:r>
          </a:p>
          <a:p>
            <a:pPr algn="l"/>
            <a:r>
              <a:rPr sz="1100" b="0">
                <a:solidFill>
                  <a:srgbClr val="FFFCF8"/>
                </a:solidFill>
                <a:latin typeface="Courier New"/>
              </a:rPr>
              <a:t>            self.item_sales.set(item["item_id"], current_total + item["quantity"])</a:t>
            </a:r>
          </a:p>
        </p:txBody>
      </p:sp>
      <p:sp>
        <p:nvSpPr>
          <p:cNvPr id="16" name="Rounded Rectangle 12">
            <a:extLst>
              <a:ext uri="{FF2B5EF4-FFF2-40B4-BE49-F238E27FC236}">
                <a16:creationId xmlns:a16="http://schemas.microsoft.com/office/drawing/2014/main" id="{29099F32-B069-129B-FC7C-9E0728B9737A}"/>
              </a:ext>
            </a:extLst>
          </p:cNvPr>
          <p:cNvSpPr/>
          <p:nvPr/>
        </p:nvSpPr>
        <p:spPr>
          <a:xfrm>
            <a:off x="868680" y="4526280"/>
            <a:ext cx="3291840" cy="109728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7AD6F2C7-6206-8191-B20E-8462AB6269CD}"/>
              </a:ext>
            </a:extLst>
          </p:cNvPr>
          <p:cNvSpPr txBox="1"/>
          <p:nvPr/>
        </p:nvSpPr>
        <p:spPr>
          <a:xfrm>
            <a:off x="996696" y="4617720"/>
            <a:ext cx="30358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BST role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69B4C426-BE43-3473-0193-BD1E30798686}"/>
              </a:ext>
            </a:extLst>
          </p:cNvPr>
          <p:cNvSpPr txBox="1"/>
          <p:nvPr/>
        </p:nvSpPr>
        <p:spPr>
          <a:xfrm>
            <a:off x="996696" y="4937760"/>
            <a:ext cx="303580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The BST keeps menu items in price order, which makes budget recommendation easier to build and explain.</a:t>
            </a:r>
          </a:p>
        </p:txBody>
      </p:sp>
      <p:sp>
        <p:nvSpPr>
          <p:cNvPr id="22" name="Rounded Rectangle 15">
            <a:extLst>
              <a:ext uri="{FF2B5EF4-FFF2-40B4-BE49-F238E27FC236}">
                <a16:creationId xmlns:a16="http://schemas.microsoft.com/office/drawing/2014/main" id="{16E59B4F-4052-146E-DFE3-E46117B02865}"/>
              </a:ext>
            </a:extLst>
          </p:cNvPr>
          <p:cNvSpPr/>
          <p:nvPr/>
        </p:nvSpPr>
        <p:spPr>
          <a:xfrm>
            <a:off x="4434840" y="4526280"/>
            <a:ext cx="3291840" cy="109728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16">
            <a:extLst>
              <a:ext uri="{FF2B5EF4-FFF2-40B4-BE49-F238E27FC236}">
                <a16:creationId xmlns:a16="http://schemas.microsoft.com/office/drawing/2014/main" id="{F39F72A2-9CA7-8E71-F64A-5297689E425F}"/>
              </a:ext>
            </a:extLst>
          </p:cNvPr>
          <p:cNvSpPr txBox="1"/>
          <p:nvPr/>
        </p:nvSpPr>
        <p:spPr>
          <a:xfrm>
            <a:off x="4562856" y="4617720"/>
            <a:ext cx="30358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Merge sort role</a:t>
            </a: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8301F18D-C072-E344-59A9-209F3EE2DF96}"/>
              </a:ext>
            </a:extLst>
          </p:cNvPr>
          <p:cNvSpPr txBox="1"/>
          <p:nvPr/>
        </p:nvSpPr>
        <p:spPr>
          <a:xfrm>
            <a:off x="4562856" y="4937760"/>
            <a:ext cx="303580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Merge sort ranks sales results, and binary search supports recommendation and completed-order search.</a:t>
            </a:r>
          </a:p>
        </p:txBody>
      </p:sp>
      <p:sp>
        <p:nvSpPr>
          <p:cNvPr id="28" name="Rounded Rectangle 18">
            <a:extLst>
              <a:ext uri="{FF2B5EF4-FFF2-40B4-BE49-F238E27FC236}">
                <a16:creationId xmlns:a16="http://schemas.microsoft.com/office/drawing/2014/main" id="{A6F89917-8E91-EF24-9F51-FC1F5CD1B2E2}"/>
              </a:ext>
            </a:extLst>
          </p:cNvPr>
          <p:cNvSpPr/>
          <p:nvPr/>
        </p:nvSpPr>
        <p:spPr>
          <a:xfrm>
            <a:off x="8001000" y="4462272"/>
            <a:ext cx="3200400" cy="1188720"/>
          </a:xfrm>
          <a:prstGeom prst="roundRect">
            <a:avLst/>
          </a:prstGeom>
          <a:solidFill>
            <a:srgbClr val="F9F5EF"/>
          </a:solidFill>
          <a:ln w="13970">
            <a:solidFill>
              <a:srgbClr val="BA6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+</a:t>
            </a:r>
          </a:p>
          <a:p>
            <a:pPr algn="ctr"/>
            <a:r>
              <a:rPr sz="1100" b="1">
                <a:solidFill>
                  <a:srgbClr val="625954"/>
                </a:solidFill>
                <a:latin typeface="Aptos"/>
              </a:rPr>
              <a:t>Add search / output screenshot here</a:t>
            </a:r>
          </a:p>
        </p:txBody>
      </p:sp>
    </p:spTree>
    <p:extLst>
      <p:ext uri="{BB962C8B-B14F-4D97-AF65-F5344CB8AC3E}">
        <p14:creationId xmlns:p14="http://schemas.microsoft.com/office/powerpoint/2010/main" val="3052053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9ACFC7-2615-D78C-3664-41BC2023B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2A782A-970C-5DE4-9544-767E8371AB08}"/>
              </a:ext>
            </a:extLst>
          </p:cNvPr>
          <p:cNvSpPr txBox="1"/>
          <p:nvPr/>
        </p:nvSpPr>
        <p:spPr>
          <a:xfrm>
            <a:off x="625715" y="214851"/>
            <a:ext cx="653573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>
                <a:latin typeface="Book Antiqua"/>
              </a:rPr>
              <a:t>Results + Benchmarks</a:t>
            </a:r>
            <a:endParaRPr lang="en-US" sz="2800" b="1">
              <a:latin typeface="Book Antiqua" panose="02040602050305030304" pitchFamily="18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DE77DEE-30A6-A549-A2FF-F77FC031B5A7}"/>
              </a:ext>
            </a:extLst>
          </p:cNvPr>
          <p:cNvCxnSpPr>
            <a:cxnSpLocks/>
          </p:cNvCxnSpPr>
          <p:nvPr/>
        </p:nvCxnSpPr>
        <p:spPr>
          <a:xfrm>
            <a:off x="566441" y="712099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47A8CF5-D5AD-91E4-FBF8-852D244231AD}"/>
              </a:ext>
            </a:extLst>
          </p:cNvPr>
          <p:cNvCxnSpPr>
            <a:cxnSpLocks/>
          </p:cNvCxnSpPr>
          <p:nvPr/>
        </p:nvCxnSpPr>
        <p:spPr>
          <a:xfrm>
            <a:off x="566441" y="6375175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A6D3D05F-17CF-497D-29D6-68F35A001E89}"/>
              </a:ext>
            </a:extLst>
          </p:cNvPr>
          <p:cNvSpPr txBox="1">
            <a:spLocks/>
          </p:cNvSpPr>
          <p:nvPr/>
        </p:nvSpPr>
        <p:spPr>
          <a:xfrm>
            <a:off x="8868870" y="6483434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GB" sz="1200" smtClean="0">
                <a:latin typeface="Book Antiqua" panose="02040602050305030304" pitchFamily="18" charset="0"/>
              </a:rPr>
              <a:pPr algn="r"/>
              <a:t>11</a:t>
            </a:fld>
            <a:endParaRPr lang="en-GB" sz="1200">
              <a:latin typeface="Book Antiqua" panose="02040602050305030304" pitchFamily="18" charset="0"/>
            </a:endParaRP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CF12FF90-840E-537D-56D9-A146BEA3C0B4}"/>
              </a:ext>
            </a:extLst>
          </p:cNvPr>
          <p:cNvSpPr/>
          <p:nvPr/>
        </p:nvSpPr>
        <p:spPr>
          <a:xfrm>
            <a:off x="868680" y="1691640"/>
            <a:ext cx="1417320" cy="86868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1D7F5-D74A-143E-C426-F56B8DB76C50}"/>
              </a:ext>
            </a:extLst>
          </p:cNvPr>
          <p:cNvSpPr txBox="1"/>
          <p:nvPr/>
        </p:nvSpPr>
        <p:spPr>
          <a:xfrm>
            <a:off x="978408" y="1783080"/>
            <a:ext cx="11978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BA6F49"/>
                </a:solidFill>
                <a:latin typeface="Aptos Display"/>
              </a:rPr>
              <a:t>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344D5B-0420-AEEE-017A-84B9065415F4}"/>
              </a:ext>
            </a:extLst>
          </p:cNvPr>
          <p:cNvSpPr txBox="1"/>
          <p:nvPr/>
        </p:nvSpPr>
        <p:spPr>
          <a:xfrm>
            <a:off x="978408" y="2130552"/>
            <a:ext cx="11978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tests passed</a:t>
            </a: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7C55BB07-6EC5-1525-DD7E-9AEBDAA0F986}"/>
              </a:ext>
            </a:extLst>
          </p:cNvPr>
          <p:cNvSpPr/>
          <p:nvPr/>
        </p:nvSpPr>
        <p:spPr>
          <a:xfrm>
            <a:off x="2468880" y="1691640"/>
            <a:ext cx="1600200" cy="86868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E29452-35D5-9C5D-14C6-82F70811EC77}"/>
              </a:ext>
            </a:extLst>
          </p:cNvPr>
          <p:cNvSpPr txBox="1"/>
          <p:nvPr/>
        </p:nvSpPr>
        <p:spPr>
          <a:xfrm>
            <a:off x="2578608" y="1783080"/>
            <a:ext cx="13807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BA6F49"/>
                </a:solidFill>
                <a:latin typeface="Aptos Display"/>
              </a:rPr>
              <a:t>50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AA5B1B-DA7E-6B00-8732-84D68CD2B41E}"/>
              </a:ext>
            </a:extLst>
          </p:cNvPr>
          <p:cNvSpPr txBox="1"/>
          <p:nvPr/>
        </p:nvSpPr>
        <p:spPr>
          <a:xfrm>
            <a:off x="2578608" y="2130552"/>
            <a:ext cx="13807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orders simulated</a:t>
            </a:r>
          </a:p>
        </p:txBody>
      </p:sp>
      <p:sp>
        <p:nvSpPr>
          <p:cNvPr id="29" name="Rounded Rectangle 12">
            <a:extLst>
              <a:ext uri="{FF2B5EF4-FFF2-40B4-BE49-F238E27FC236}">
                <a16:creationId xmlns:a16="http://schemas.microsoft.com/office/drawing/2014/main" id="{9040D28D-D4BC-A4AD-E2C5-59A508D80CD3}"/>
              </a:ext>
            </a:extLst>
          </p:cNvPr>
          <p:cNvSpPr/>
          <p:nvPr/>
        </p:nvSpPr>
        <p:spPr>
          <a:xfrm>
            <a:off x="4251960" y="1691640"/>
            <a:ext cx="1600200" cy="86868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7243CC-AE9E-6AD1-C7D3-493866B724B0}"/>
              </a:ext>
            </a:extLst>
          </p:cNvPr>
          <p:cNvSpPr txBox="1"/>
          <p:nvPr/>
        </p:nvSpPr>
        <p:spPr>
          <a:xfrm>
            <a:off x="4361688" y="1783080"/>
            <a:ext cx="13807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BA6F49"/>
                </a:solidFill>
                <a:latin typeface="Aptos Display"/>
              </a:rPr>
              <a:t>1.24 ms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D2EEF4-907E-3147-E68B-1A26DED751DF}"/>
              </a:ext>
            </a:extLst>
          </p:cNvPr>
          <p:cNvSpPr txBox="1"/>
          <p:nvPr/>
        </p:nvSpPr>
        <p:spPr>
          <a:xfrm>
            <a:off x="4361688" y="2130552"/>
            <a:ext cx="13807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1000 hash lookups</a:t>
            </a:r>
          </a:p>
        </p:txBody>
      </p:sp>
      <p:sp>
        <p:nvSpPr>
          <p:cNvPr id="38" name="Rounded Rectangle 15">
            <a:extLst>
              <a:ext uri="{FF2B5EF4-FFF2-40B4-BE49-F238E27FC236}">
                <a16:creationId xmlns:a16="http://schemas.microsoft.com/office/drawing/2014/main" id="{0ECCC0CE-5BC4-29E3-23C6-A6651DAAFE6C}"/>
              </a:ext>
            </a:extLst>
          </p:cNvPr>
          <p:cNvSpPr/>
          <p:nvPr/>
        </p:nvSpPr>
        <p:spPr>
          <a:xfrm>
            <a:off x="6035040" y="1691640"/>
            <a:ext cx="1600200" cy="86868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7722D4-6D2D-7F46-1258-09051590FD18}"/>
              </a:ext>
            </a:extLst>
          </p:cNvPr>
          <p:cNvSpPr txBox="1"/>
          <p:nvPr/>
        </p:nvSpPr>
        <p:spPr>
          <a:xfrm>
            <a:off x="6144768" y="1783080"/>
            <a:ext cx="13807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BA6F49"/>
                </a:solidFill>
                <a:latin typeface="Aptos Display"/>
              </a:rPr>
              <a:t>0.38 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62E0B4-85BC-5790-E5A1-74A8390C9FE8}"/>
              </a:ext>
            </a:extLst>
          </p:cNvPr>
          <p:cNvSpPr txBox="1"/>
          <p:nvPr/>
        </p:nvSpPr>
        <p:spPr>
          <a:xfrm>
            <a:off x="6144768" y="2130552"/>
            <a:ext cx="13807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1000 queue ops</a:t>
            </a:r>
          </a:p>
        </p:txBody>
      </p:sp>
      <p:sp>
        <p:nvSpPr>
          <p:cNvPr id="44" name="Rounded Rectangle 18">
            <a:extLst>
              <a:ext uri="{FF2B5EF4-FFF2-40B4-BE49-F238E27FC236}">
                <a16:creationId xmlns:a16="http://schemas.microsoft.com/office/drawing/2014/main" id="{271EAB58-4ED2-2E39-0239-9C5249486A4F}"/>
              </a:ext>
            </a:extLst>
          </p:cNvPr>
          <p:cNvSpPr/>
          <p:nvPr/>
        </p:nvSpPr>
        <p:spPr>
          <a:xfrm>
            <a:off x="7818120" y="1691640"/>
            <a:ext cx="1600200" cy="86868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4F9074-8484-2FA8-679A-855360C74D98}"/>
              </a:ext>
            </a:extLst>
          </p:cNvPr>
          <p:cNvSpPr txBox="1"/>
          <p:nvPr/>
        </p:nvSpPr>
        <p:spPr>
          <a:xfrm>
            <a:off x="7927848" y="1783080"/>
            <a:ext cx="13807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BA6F49"/>
                </a:solidFill>
                <a:latin typeface="Aptos Display"/>
              </a:rPr>
              <a:t>1.09 ms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E5DBD8-28D1-58D7-A243-615FD742EF14}"/>
              </a:ext>
            </a:extLst>
          </p:cNvPr>
          <p:cNvSpPr txBox="1"/>
          <p:nvPr/>
        </p:nvSpPr>
        <p:spPr>
          <a:xfrm>
            <a:off x="7927848" y="2130552"/>
            <a:ext cx="13807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merge sort 1000</a:t>
            </a: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3B63716B-0C5E-D273-B1D6-85667EBF6D98}"/>
              </a:ext>
            </a:extLst>
          </p:cNvPr>
          <p:cNvSpPr/>
          <p:nvPr/>
        </p:nvSpPr>
        <p:spPr>
          <a:xfrm>
            <a:off x="9784080" y="1691640"/>
            <a:ext cx="1417320" cy="868680"/>
          </a:xfrm>
          <a:prstGeom prst="roundRect">
            <a:avLst/>
          </a:prstGeom>
          <a:solidFill>
            <a:srgbClr val="F9F5EF"/>
          </a:solidFill>
          <a:ln w="13970">
            <a:solidFill>
              <a:srgbClr val="BA6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+</a:t>
            </a:r>
          </a:p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Add test or benchmark screenshot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DC9D51-A64F-D291-A15D-7C95F8D012D8}"/>
              </a:ext>
            </a:extLst>
          </p:cNvPr>
          <p:cNvSpPr txBox="1"/>
          <p:nvPr/>
        </p:nvSpPr>
        <p:spPr>
          <a:xfrm>
            <a:off x="502920" y="307238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A2523"/>
                </a:solidFill>
                <a:latin typeface="Aptos"/>
              </a:rPr>
              <a:t>Workflow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9CCB1BC-2AC6-8496-D679-991D78352DDF}"/>
              </a:ext>
            </a:extLst>
          </p:cNvPr>
          <p:cNvSpPr/>
          <p:nvPr/>
        </p:nvSpPr>
        <p:spPr>
          <a:xfrm>
            <a:off x="1508760" y="3099816"/>
            <a:ext cx="4206240" cy="164592"/>
          </a:xfrm>
          <a:prstGeom prst="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65F95A-6B49-C223-5FDD-5F94DC147279}"/>
              </a:ext>
            </a:extLst>
          </p:cNvPr>
          <p:cNvSpPr/>
          <p:nvPr/>
        </p:nvSpPr>
        <p:spPr>
          <a:xfrm>
            <a:off x="1508760" y="3099816"/>
            <a:ext cx="3112617" cy="164592"/>
          </a:xfrm>
          <a:prstGeom prst="rect">
            <a:avLst/>
          </a:prstGeom>
          <a:solidFill>
            <a:srgbClr val="BA6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55FB3F1-1E51-2832-24B9-3D5E0F06E057}"/>
              </a:ext>
            </a:extLst>
          </p:cNvPr>
          <p:cNvSpPr txBox="1"/>
          <p:nvPr/>
        </p:nvSpPr>
        <p:spPr>
          <a:xfrm>
            <a:off x="5800953" y="310952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0.22 ms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F270FE-57FE-AD82-64F3-DA45333B0269}"/>
              </a:ext>
            </a:extLst>
          </p:cNvPr>
          <p:cNvSpPr txBox="1"/>
          <p:nvPr/>
        </p:nvSpPr>
        <p:spPr>
          <a:xfrm>
            <a:off x="502920" y="36393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A2523"/>
                </a:solidFill>
                <a:latin typeface="Aptos"/>
              </a:rPr>
              <a:t>Hash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12E98CE-F315-91EC-498F-BBB6989DC257}"/>
              </a:ext>
            </a:extLst>
          </p:cNvPr>
          <p:cNvSpPr/>
          <p:nvPr/>
        </p:nvSpPr>
        <p:spPr>
          <a:xfrm>
            <a:off x="1508760" y="3666744"/>
            <a:ext cx="4206240" cy="164592"/>
          </a:xfrm>
          <a:prstGeom prst="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536D8C0-C9FB-D710-A1C3-9F317DFA1505}"/>
              </a:ext>
            </a:extLst>
          </p:cNvPr>
          <p:cNvSpPr/>
          <p:nvPr/>
        </p:nvSpPr>
        <p:spPr>
          <a:xfrm>
            <a:off x="1508760" y="3666744"/>
            <a:ext cx="2132563" cy="164592"/>
          </a:xfrm>
          <a:prstGeom prst="rect">
            <a:avLst/>
          </a:prstGeom>
          <a:solidFill>
            <a:srgbClr val="567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345657-4207-F703-F5FB-A37A3E6DA200}"/>
              </a:ext>
            </a:extLst>
          </p:cNvPr>
          <p:cNvSpPr txBox="1"/>
          <p:nvPr/>
        </p:nvSpPr>
        <p:spPr>
          <a:xfrm>
            <a:off x="5800953" y="367645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1.24 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F17EA33-68DC-0C8C-A84A-960233E688EF}"/>
              </a:ext>
            </a:extLst>
          </p:cNvPr>
          <p:cNvSpPr txBox="1"/>
          <p:nvPr/>
        </p:nvSpPr>
        <p:spPr>
          <a:xfrm>
            <a:off x="502920" y="420624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A2523"/>
                </a:solidFill>
                <a:latin typeface="Aptos"/>
              </a:rPr>
              <a:t>Queue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483A97D-2E43-E570-DF8C-F011753B9DA6}"/>
              </a:ext>
            </a:extLst>
          </p:cNvPr>
          <p:cNvSpPr/>
          <p:nvPr/>
        </p:nvSpPr>
        <p:spPr>
          <a:xfrm>
            <a:off x="1508760" y="4233672"/>
            <a:ext cx="4206240" cy="164592"/>
          </a:xfrm>
          <a:prstGeom prst="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BEC0500-ED80-8416-F05F-5E09CBC66E37}"/>
              </a:ext>
            </a:extLst>
          </p:cNvPr>
          <p:cNvSpPr/>
          <p:nvPr/>
        </p:nvSpPr>
        <p:spPr>
          <a:xfrm>
            <a:off x="1508760" y="4233672"/>
            <a:ext cx="2098913" cy="164592"/>
          </a:xfrm>
          <a:prstGeom prst="rect">
            <a:avLst/>
          </a:prstGeom>
          <a:solidFill>
            <a:srgbClr val="597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3984DD3-5A05-7658-3312-EEF0D8B24636}"/>
              </a:ext>
            </a:extLst>
          </p:cNvPr>
          <p:cNvSpPr txBox="1"/>
          <p:nvPr/>
        </p:nvSpPr>
        <p:spPr>
          <a:xfrm>
            <a:off x="5800953" y="424338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0.38 ms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0DD69A4-3EA2-4735-953D-1C8D89AA8431}"/>
              </a:ext>
            </a:extLst>
          </p:cNvPr>
          <p:cNvSpPr txBox="1"/>
          <p:nvPr/>
        </p:nvSpPr>
        <p:spPr>
          <a:xfrm>
            <a:off x="502920" y="477316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A2523"/>
                </a:solidFill>
                <a:latin typeface="Aptos"/>
              </a:rPr>
              <a:t>Merge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D18553C-8B7F-66A9-ED1F-DCE19018DF20}"/>
              </a:ext>
            </a:extLst>
          </p:cNvPr>
          <p:cNvSpPr/>
          <p:nvPr/>
        </p:nvSpPr>
        <p:spPr>
          <a:xfrm>
            <a:off x="1508760" y="4800600"/>
            <a:ext cx="4206240" cy="164592"/>
          </a:xfrm>
          <a:prstGeom prst="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A62CE8B-A961-7F52-22D2-6D4C1560BE69}"/>
              </a:ext>
            </a:extLst>
          </p:cNvPr>
          <p:cNvSpPr/>
          <p:nvPr/>
        </p:nvSpPr>
        <p:spPr>
          <a:xfrm>
            <a:off x="1508760" y="4800600"/>
            <a:ext cx="4164177" cy="164592"/>
          </a:xfrm>
          <a:prstGeom prst="rect">
            <a:avLst/>
          </a:prstGeom>
          <a:solidFill>
            <a:srgbClr val="D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870CD26-2D01-4CEF-9246-D3CDB434BCA4}"/>
              </a:ext>
            </a:extLst>
          </p:cNvPr>
          <p:cNvSpPr txBox="1"/>
          <p:nvPr/>
        </p:nvSpPr>
        <p:spPr>
          <a:xfrm>
            <a:off x="5800953" y="481031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25954"/>
                </a:solidFill>
                <a:latin typeface="Aptos"/>
              </a:rPr>
              <a:t>1.09 ms</a:t>
            </a:r>
          </a:p>
        </p:txBody>
      </p:sp>
      <p:sp>
        <p:nvSpPr>
          <p:cNvPr id="84" name="Rounded Rectangle 38">
            <a:extLst>
              <a:ext uri="{FF2B5EF4-FFF2-40B4-BE49-F238E27FC236}">
                <a16:creationId xmlns:a16="http://schemas.microsoft.com/office/drawing/2014/main" id="{9CAD1AA9-FCDB-669A-1B83-64774F0688BF}"/>
              </a:ext>
            </a:extLst>
          </p:cNvPr>
          <p:cNvSpPr/>
          <p:nvPr/>
        </p:nvSpPr>
        <p:spPr>
          <a:xfrm>
            <a:off x="6660489" y="2871782"/>
            <a:ext cx="4800600" cy="114300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3D93C99-2A44-E911-05F7-CFE4A310BD1F}"/>
              </a:ext>
            </a:extLst>
          </p:cNvPr>
          <p:cNvSpPr txBox="1"/>
          <p:nvPr/>
        </p:nvSpPr>
        <p:spPr>
          <a:xfrm>
            <a:off x="6788505" y="2963222"/>
            <a:ext cx="4544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What these numbers mean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1F2764F-8FCF-F2F9-D24C-4EE4AD8F4D7A}"/>
              </a:ext>
            </a:extLst>
          </p:cNvPr>
          <p:cNvSpPr txBox="1"/>
          <p:nvPr/>
        </p:nvSpPr>
        <p:spPr>
          <a:xfrm>
            <a:off x="6788505" y="3283262"/>
            <a:ext cx="454456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The exact times are not the main story. The important result is that the system stayed correct and responsive on repeated operations.</a:t>
            </a:r>
          </a:p>
        </p:txBody>
      </p:sp>
      <p:sp>
        <p:nvSpPr>
          <p:cNvPr id="90" name="Rounded Rectangle 41">
            <a:extLst>
              <a:ext uri="{FF2B5EF4-FFF2-40B4-BE49-F238E27FC236}">
                <a16:creationId xmlns:a16="http://schemas.microsoft.com/office/drawing/2014/main" id="{F31AC491-5B5B-0023-246D-F241EDC6E10F}"/>
              </a:ext>
            </a:extLst>
          </p:cNvPr>
          <p:cNvSpPr/>
          <p:nvPr/>
        </p:nvSpPr>
        <p:spPr>
          <a:xfrm>
            <a:off x="6660489" y="4243382"/>
            <a:ext cx="4800600" cy="114300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E6A27B6-A48E-B3F7-EFB2-76DCEA508A31}"/>
              </a:ext>
            </a:extLst>
          </p:cNvPr>
          <p:cNvSpPr txBox="1"/>
          <p:nvPr/>
        </p:nvSpPr>
        <p:spPr>
          <a:xfrm>
            <a:off x="6788505" y="4334822"/>
            <a:ext cx="4544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Big picture result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E1DA90-21F3-9C53-1641-FBE31646BBFF}"/>
              </a:ext>
            </a:extLst>
          </p:cNvPr>
          <p:cNvSpPr txBox="1"/>
          <p:nvPr/>
        </p:nvSpPr>
        <p:spPr>
          <a:xfrm>
            <a:off x="6788505" y="4654862"/>
            <a:ext cx="454456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The strongest result is that the code became easier to explain once we simplified it to match the lecture material more closely.</a:t>
            </a:r>
          </a:p>
        </p:txBody>
      </p:sp>
    </p:spTree>
    <p:extLst>
      <p:ext uri="{BB962C8B-B14F-4D97-AF65-F5344CB8AC3E}">
        <p14:creationId xmlns:p14="http://schemas.microsoft.com/office/powerpoint/2010/main" val="4026111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BDC06B-790E-CEEB-75EF-13DBEC530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D0C1C2-EF6A-9126-5A59-EF842F01813B}"/>
              </a:ext>
            </a:extLst>
          </p:cNvPr>
          <p:cNvSpPr txBox="1"/>
          <p:nvPr/>
        </p:nvSpPr>
        <p:spPr>
          <a:xfrm>
            <a:off x="625715" y="214851"/>
            <a:ext cx="653573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>
                <a:latin typeface="Book Antiqua"/>
              </a:rPr>
              <a:t>Demo + Sample Output</a:t>
            </a:r>
            <a:endParaRPr lang="en-US" sz="2800" b="1">
              <a:latin typeface="Book Antiqua" panose="02040602050305030304" pitchFamily="18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DD71D45-9BB8-2C86-0FCE-689A3A03D12B}"/>
              </a:ext>
            </a:extLst>
          </p:cNvPr>
          <p:cNvCxnSpPr>
            <a:cxnSpLocks/>
          </p:cNvCxnSpPr>
          <p:nvPr/>
        </p:nvCxnSpPr>
        <p:spPr>
          <a:xfrm>
            <a:off x="566441" y="712099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42F82BA-D618-1196-DEBD-EE7662B7ED08}"/>
              </a:ext>
            </a:extLst>
          </p:cNvPr>
          <p:cNvCxnSpPr>
            <a:cxnSpLocks/>
          </p:cNvCxnSpPr>
          <p:nvPr/>
        </p:nvCxnSpPr>
        <p:spPr>
          <a:xfrm>
            <a:off x="566441" y="6375175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9950E261-D768-0FE0-3839-39776D95EBC3}"/>
              </a:ext>
            </a:extLst>
          </p:cNvPr>
          <p:cNvSpPr txBox="1">
            <a:spLocks/>
          </p:cNvSpPr>
          <p:nvPr/>
        </p:nvSpPr>
        <p:spPr>
          <a:xfrm>
            <a:off x="8868870" y="6483434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GB" sz="1200" smtClean="0">
                <a:latin typeface="Book Antiqua" panose="02040602050305030304" pitchFamily="18" charset="0"/>
              </a:rPr>
              <a:pPr algn="r"/>
              <a:t>12</a:t>
            </a:fld>
            <a:endParaRPr lang="en-GB" sz="1200">
              <a:latin typeface="Book Antiqua" panose="020406020503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07BEC-B5E0-48F9-E7F7-FCB6DA0818AC}"/>
              </a:ext>
            </a:extLst>
          </p:cNvPr>
          <p:cNvSpPr txBox="1"/>
          <p:nvPr/>
        </p:nvSpPr>
        <p:spPr>
          <a:xfrm>
            <a:off x="868680" y="1737360"/>
            <a:ext cx="3749039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2A2523"/>
                </a:solidFill>
                <a:latin typeface="Aptos"/>
              </a:rPr>
              <a:t>1. Run python3 app.py</a:t>
            </a:r>
          </a:p>
          <a:p>
            <a:pPr algn="l"/>
            <a:r>
              <a:rPr sz="1500" b="0">
                <a:solidFill>
                  <a:srgbClr val="2A2523"/>
                </a:solidFill>
                <a:latin typeface="Aptos"/>
              </a:rPr>
              <a:t>2. Show the menu or use the filter option</a:t>
            </a:r>
          </a:p>
          <a:p>
            <a:pPr algn="l"/>
            <a:r>
              <a:rPr sz="1500" b="0">
                <a:solidFill>
                  <a:srgbClr val="2A2523"/>
                </a:solidFill>
                <a:latin typeface="Aptos"/>
              </a:rPr>
              <a:t>3. Create one or two orders</a:t>
            </a:r>
          </a:p>
          <a:p>
            <a:pPr algn="l"/>
            <a:r>
              <a:rPr sz="1500" b="0">
                <a:solidFill>
                  <a:srgbClr val="2A2523"/>
                </a:solidFill>
                <a:latin typeface="Aptos"/>
              </a:rPr>
              <a:t>4. Start the next queued order</a:t>
            </a:r>
          </a:p>
          <a:p>
            <a:pPr algn="l"/>
            <a:r>
              <a:rPr sz="1500" b="0">
                <a:solidFill>
                  <a:srgbClr val="2A2523"/>
                </a:solidFill>
                <a:latin typeface="Aptos"/>
              </a:rPr>
              <a:t>5. Move it to READY and then COMPLETED</a:t>
            </a:r>
          </a:p>
          <a:p>
            <a:pPr algn="l"/>
            <a:r>
              <a:rPr sz="1500" b="0">
                <a:solidFill>
                  <a:srgbClr val="2A2523"/>
                </a:solidFill>
                <a:latin typeface="Aptos"/>
              </a:rPr>
              <a:t>6. Print the dashboard and explain the results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D6101DC0-A37A-9957-F32D-62CCBE92EED7}"/>
              </a:ext>
            </a:extLst>
          </p:cNvPr>
          <p:cNvSpPr/>
          <p:nvPr/>
        </p:nvSpPr>
        <p:spPr>
          <a:xfrm>
            <a:off x="4754880" y="1737360"/>
            <a:ext cx="2057400" cy="1783080"/>
          </a:xfrm>
          <a:prstGeom prst="roundRect">
            <a:avLst/>
          </a:prstGeom>
          <a:solidFill>
            <a:srgbClr val="F9F5EF"/>
          </a:solidFill>
          <a:ln w="13970">
            <a:solidFill>
              <a:srgbClr val="BA6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+</a:t>
            </a:r>
          </a:p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Add menu screenshot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F2D238DA-381D-3AFA-D4FA-2AE175B0EDD8}"/>
              </a:ext>
            </a:extLst>
          </p:cNvPr>
          <p:cNvSpPr/>
          <p:nvPr/>
        </p:nvSpPr>
        <p:spPr>
          <a:xfrm>
            <a:off x="7040880" y="1737360"/>
            <a:ext cx="2057400" cy="1783080"/>
          </a:xfrm>
          <a:prstGeom prst="roundRect">
            <a:avLst/>
          </a:prstGeom>
          <a:solidFill>
            <a:srgbClr val="F9F5EF"/>
          </a:solidFill>
          <a:ln w="13970">
            <a:solidFill>
              <a:srgbClr val="BA6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+</a:t>
            </a:r>
          </a:p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Add order-flow screenshot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9ED3A05F-EEC5-AD11-A3BA-0D6A74B2B19D}"/>
              </a:ext>
            </a:extLst>
          </p:cNvPr>
          <p:cNvSpPr/>
          <p:nvPr/>
        </p:nvSpPr>
        <p:spPr>
          <a:xfrm>
            <a:off x="9326880" y="1737360"/>
            <a:ext cx="1874519" cy="1783080"/>
          </a:xfrm>
          <a:prstGeom prst="roundRect">
            <a:avLst/>
          </a:prstGeom>
          <a:solidFill>
            <a:srgbClr val="F9F5EF"/>
          </a:solidFill>
          <a:ln w="13970">
            <a:solidFill>
              <a:srgbClr val="BA6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+</a:t>
            </a:r>
          </a:p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Add dashboard screenshot</a:t>
            </a: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D197AF45-FC0A-ECD6-E50C-6D39037D12F0}"/>
              </a:ext>
            </a:extLst>
          </p:cNvPr>
          <p:cNvSpPr/>
          <p:nvPr/>
        </p:nvSpPr>
        <p:spPr>
          <a:xfrm>
            <a:off x="4754880" y="3840480"/>
            <a:ext cx="6446520" cy="1783080"/>
          </a:xfrm>
          <a:prstGeom prst="roundRect">
            <a:avLst/>
          </a:prstGeom>
          <a:solidFill>
            <a:srgbClr val="F9F5EF"/>
          </a:solidFill>
          <a:ln w="13970">
            <a:solidFill>
              <a:srgbClr val="BA6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+</a:t>
            </a:r>
          </a:p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Add terminal demo photo or extra output screenshot here</a:t>
            </a:r>
          </a:p>
        </p:txBody>
      </p:sp>
    </p:spTree>
    <p:extLst>
      <p:ext uri="{BB962C8B-B14F-4D97-AF65-F5344CB8AC3E}">
        <p14:creationId xmlns:p14="http://schemas.microsoft.com/office/powerpoint/2010/main" val="2930178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A92ED-BA1C-9E4B-94B3-2D35F2F28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64135B-F928-B588-52D7-66AB9B3FF0B3}"/>
              </a:ext>
            </a:extLst>
          </p:cNvPr>
          <p:cNvSpPr txBox="1"/>
          <p:nvPr/>
        </p:nvSpPr>
        <p:spPr>
          <a:xfrm>
            <a:off x="625715" y="214851"/>
            <a:ext cx="653573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>
                <a:latin typeface="Book Antiqua"/>
              </a:rPr>
              <a:t>Conclusion</a:t>
            </a:r>
            <a:endParaRPr lang="en-US" sz="2800" b="1">
              <a:latin typeface="Book Antiqua" panose="02040602050305030304" pitchFamily="18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A857E83-DF61-1122-1E4D-0B5D4F96E7A1}"/>
              </a:ext>
            </a:extLst>
          </p:cNvPr>
          <p:cNvCxnSpPr>
            <a:cxnSpLocks/>
          </p:cNvCxnSpPr>
          <p:nvPr/>
        </p:nvCxnSpPr>
        <p:spPr>
          <a:xfrm>
            <a:off x="566441" y="712099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98BA61D-8638-6EEC-CF70-50F327F9B393}"/>
              </a:ext>
            </a:extLst>
          </p:cNvPr>
          <p:cNvCxnSpPr>
            <a:cxnSpLocks/>
          </p:cNvCxnSpPr>
          <p:nvPr/>
        </p:nvCxnSpPr>
        <p:spPr>
          <a:xfrm>
            <a:off x="566441" y="6375175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8FC91898-8F56-5487-0306-37704710AC1B}"/>
              </a:ext>
            </a:extLst>
          </p:cNvPr>
          <p:cNvSpPr txBox="1">
            <a:spLocks/>
          </p:cNvSpPr>
          <p:nvPr/>
        </p:nvSpPr>
        <p:spPr>
          <a:xfrm>
            <a:off x="8868870" y="6483434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GB" sz="1200" smtClean="0">
                <a:latin typeface="Book Antiqua" panose="02040602050305030304" pitchFamily="18" charset="0"/>
              </a:rPr>
              <a:pPr algn="r"/>
              <a:t>13</a:t>
            </a:fld>
            <a:endParaRPr lang="en-GB" sz="1200">
              <a:latin typeface="Book Antiqua" panose="02040602050305030304" pitchFamily="18" charset="0"/>
            </a:endParaRPr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94E979A8-E802-2F74-BB26-B6B410994020}"/>
              </a:ext>
            </a:extLst>
          </p:cNvPr>
          <p:cNvSpPr/>
          <p:nvPr/>
        </p:nvSpPr>
        <p:spPr>
          <a:xfrm>
            <a:off x="868680" y="1783080"/>
            <a:ext cx="3246120" cy="324612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1C965B84-EE00-997C-9A19-5AB6477CBAA3}"/>
              </a:ext>
            </a:extLst>
          </p:cNvPr>
          <p:cNvSpPr txBox="1"/>
          <p:nvPr/>
        </p:nvSpPr>
        <p:spPr>
          <a:xfrm>
            <a:off x="996696" y="1874520"/>
            <a:ext cx="2990088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700" b="1">
                <a:solidFill>
                  <a:srgbClr val="2A2523"/>
                </a:solidFill>
                <a:latin typeface="Aptos Display"/>
              </a:rPr>
              <a:t>Strengths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C9F74973-A345-7C27-73A8-771D451B576B}"/>
              </a:ext>
            </a:extLst>
          </p:cNvPr>
          <p:cNvSpPr txBox="1"/>
          <p:nvPr/>
        </p:nvSpPr>
        <p:spPr>
          <a:xfrm>
            <a:off x="996696" y="2194560"/>
            <a:ext cx="299008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the queue matches the kitchen process naturally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hashing keeps common lookups fast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the final code is easier to explain and defend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269653EA-A24B-1853-6655-520039F4D97F}"/>
              </a:ext>
            </a:extLst>
          </p:cNvPr>
          <p:cNvSpPr/>
          <p:nvPr/>
        </p:nvSpPr>
        <p:spPr>
          <a:xfrm>
            <a:off x="4462272" y="1783080"/>
            <a:ext cx="3246120" cy="324612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3453DFC4-5673-0193-FA14-D8F8056E36A3}"/>
              </a:ext>
            </a:extLst>
          </p:cNvPr>
          <p:cNvSpPr txBox="1"/>
          <p:nvPr/>
        </p:nvSpPr>
        <p:spPr>
          <a:xfrm>
            <a:off x="4590288" y="1874520"/>
            <a:ext cx="2990088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700" b="1">
                <a:solidFill>
                  <a:srgbClr val="2A2523"/>
                </a:solidFill>
                <a:latin typeface="Aptos Display"/>
              </a:rPr>
              <a:t>Current limits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BF62415-8B11-DBE4-C881-0FE898847B5B}"/>
              </a:ext>
            </a:extLst>
          </p:cNvPr>
          <p:cNvSpPr txBox="1"/>
          <p:nvPr/>
        </p:nvSpPr>
        <p:spPr>
          <a:xfrm>
            <a:off x="4590288" y="2194560"/>
            <a:ext cx="299008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everything is still in memory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the BST is not self-balancing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there is no real phone interface yet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CE3A2C7-0602-B1BA-48CC-AA1BE61326DC}"/>
              </a:ext>
            </a:extLst>
          </p:cNvPr>
          <p:cNvSpPr/>
          <p:nvPr/>
        </p:nvSpPr>
        <p:spPr>
          <a:xfrm>
            <a:off x="8046720" y="1783080"/>
            <a:ext cx="3154680" cy="324612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ADFD9A-6F3D-7DB5-45AA-FB88A90320EE}"/>
              </a:ext>
            </a:extLst>
          </p:cNvPr>
          <p:cNvSpPr txBox="1"/>
          <p:nvPr/>
        </p:nvSpPr>
        <p:spPr>
          <a:xfrm>
            <a:off x="8174736" y="1874520"/>
            <a:ext cx="2898648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700" b="1">
                <a:solidFill>
                  <a:srgbClr val="2A2523"/>
                </a:solidFill>
                <a:latin typeface="Aptos Display"/>
              </a:rPr>
              <a:t>Future work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773B6A4A-483B-E54B-A206-24AFBDE9176D}"/>
              </a:ext>
            </a:extLst>
          </p:cNvPr>
          <p:cNvSpPr txBox="1"/>
          <p:nvPr/>
        </p:nvSpPr>
        <p:spPr>
          <a:xfrm>
            <a:off x="8174736" y="2194560"/>
            <a:ext cx="289864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persistent storage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user accounts and payments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real mobile UI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balanced tree implementation</a:t>
            </a:r>
          </a:p>
        </p:txBody>
      </p:sp>
      <p:sp>
        <p:nvSpPr>
          <p:cNvPr id="17" name="Rounded Rectangle 15">
            <a:extLst>
              <a:ext uri="{FF2B5EF4-FFF2-40B4-BE49-F238E27FC236}">
                <a16:creationId xmlns:a16="http://schemas.microsoft.com/office/drawing/2014/main" id="{8BBC43BD-378D-BF8B-3354-CBACF6ACE883}"/>
              </a:ext>
            </a:extLst>
          </p:cNvPr>
          <p:cNvSpPr/>
          <p:nvPr/>
        </p:nvSpPr>
        <p:spPr>
          <a:xfrm>
            <a:off x="914400" y="5303520"/>
            <a:ext cx="10241280" cy="411480"/>
          </a:xfrm>
          <a:prstGeom prst="roundRect">
            <a:avLst/>
          </a:prstGeom>
          <a:solidFill>
            <a:srgbClr val="21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2055DE64-91FB-068B-519E-52DBF325FE48}"/>
              </a:ext>
            </a:extLst>
          </p:cNvPr>
          <p:cNvSpPr txBox="1"/>
          <p:nvPr/>
        </p:nvSpPr>
        <p:spPr>
          <a:xfrm>
            <a:off x="1143000" y="541324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>
                <a:solidFill>
                  <a:srgbClr val="FFFCF8"/>
                </a:solidFill>
                <a:latin typeface="Aptos"/>
              </a:rPr>
              <a:t>Main takeaway: the system is small on purpose, and the data-structure choices still clearly change how it behaves.</a:t>
            </a:r>
          </a:p>
        </p:txBody>
      </p:sp>
    </p:spTree>
    <p:extLst>
      <p:ext uri="{BB962C8B-B14F-4D97-AF65-F5344CB8AC3E}">
        <p14:creationId xmlns:p14="http://schemas.microsoft.com/office/powerpoint/2010/main" val="3169345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333FA-3472-FC50-660E-7C8F0B9CB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3B59CC-0490-3A7F-6E35-69156F00D770}"/>
              </a:ext>
            </a:extLst>
          </p:cNvPr>
          <p:cNvSpPr txBox="1"/>
          <p:nvPr/>
        </p:nvSpPr>
        <p:spPr>
          <a:xfrm>
            <a:off x="625715" y="214851"/>
            <a:ext cx="653573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>
                <a:latin typeface="Book Antiqua"/>
              </a:rPr>
              <a:t>References</a:t>
            </a:r>
            <a:endParaRPr lang="en-US" sz="2800" b="1">
              <a:latin typeface="Book Antiqua" panose="02040602050305030304" pitchFamily="18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2175E56-4DB7-6B0F-9487-C3C84F3F67F8}"/>
              </a:ext>
            </a:extLst>
          </p:cNvPr>
          <p:cNvCxnSpPr>
            <a:cxnSpLocks/>
          </p:cNvCxnSpPr>
          <p:nvPr/>
        </p:nvCxnSpPr>
        <p:spPr>
          <a:xfrm>
            <a:off x="566441" y="712099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EE00336-31C8-185A-738A-AAA36984EF21}"/>
              </a:ext>
            </a:extLst>
          </p:cNvPr>
          <p:cNvCxnSpPr>
            <a:cxnSpLocks/>
          </p:cNvCxnSpPr>
          <p:nvPr/>
        </p:nvCxnSpPr>
        <p:spPr>
          <a:xfrm>
            <a:off x="566441" y="6375175"/>
            <a:ext cx="1104562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5931C7A5-D325-8B08-4FC1-D8A0A00A100C}"/>
              </a:ext>
            </a:extLst>
          </p:cNvPr>
          <p:cNvSpPr txBox="1">
            <a:spLocks/>
          </p:cNvSpPr>
          <p:nvPr/>
        </p:nvSpPr>
        <p:spPr>
          <a:xfrm>
            <a:off x="8868870" y="6483434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GB" sz="1200" smtClean="0">
                <a:latin typeface="Book Antiqua" panose="02040602050305030304" pitchFamily="18" charset="0"/>
              </a:rPr>
              <a:pPr algn="r"/>
              <a:t>14</a:t>
            </a:fld>
            <a:endParaRPr lang="en-GB" sz="1200">
              <a:latin typeface="Book Antiqua" panose="020406020503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D9C7A-EEF9-F6CA-1B9E-FC5C597CDFAA}"/>
              </a:ext>
            </a:extLst>
          </p:cNvPr>
          <p:cNvSpPr txBox="1"/>
          <p:nvPr/>
        </p:nvSpPr>
        <p:spPr>
          <a:xfrm>
            <a:off x="868680" y="1783080"/>
            <a:ext cx="612648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2A2523"/>
                </a:solidFill>
                <a:latin typeface="Aptos"/>
              </a:rPr>
              <a:t>[1] CSCI 046 lecture slides: Linked List, Queue, BST, Hashing, Merge Sort.</a:t>
            </a:r>
          </a:p>
          <a:p>
            <a:pPr algn="l"/>
            <a:r>
              <a:rPr sz="1500" b="0">
                <a:solidFill>
                  <a:srgbClr val="2A2523"/>
                </a:solidFill>
                <a:latin typeface="Aptos"/>
              </a:rPr>
              <a:t>[2] CSCI 046 sample-project presentations from the assignment folder.</a:t>
            </a:r>
          </a:p>
          <a:p>
            <a:pPr algn="l"/>
            <a:r>
              <a:rPr sz="1500" b="0">
                <a:solidFill>
                  <a:srgbClr val="2A2523"/>
                </a:solidFill>
                <a:latin typeface="Aptos"/>
              </a:rPr>
              <a:t>[3] Project files: app.py, system.py, tests.py, benchmarks.py, benchmark_results.txt.</a:t>
            </a:r>
          </a:p>
          <a:p>
            <a:pPr algn="l"/>
            <a:r>
              <a:rPr sz="1500" b="0">
                <a:solidFill>
                  <a:srgbClr val="2A2523"/>
                </a:solidFill>
                <a:latin typeface="Aptos"/>
              </a:rPr>
              <a:t>[4] Add your final GitHub link here after upload.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B16F021A-4331-28DF-0D5A-4CB8AF01DED3}"/>
              </a:ext>
            </a:extLst>
          </p:cNvPr>
          <p:cNvSpPr/>
          <p:nvPr/>
        </p:nvSpPr>
        <p:spPr>
          <a:xfrm>
            <a:off x="7315200" y="1783080"/>
            <a:ext cx="3017520" cy="1234440"/>
          </a:xfrm>
          <a:prstGeom prst="roundRect">
            <a:avLst/>
          </a:prstGeom>
          <a:solidFill>
            <a:srgbClr val="FFFCF8"/>
          </a:solidFill>
          <a:ln w="13970">
            <a:solidFill>
              <a:srgbClr val="E1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B622C5-B381-5D84-70AC-E4C20E521D9B}"/>
              </a:ext>
            </a:extLst>
          </p:cNvPr>
          <p:cNvSpPr txBox="1"/>
          <p:nvPr/>
        </p:nvSpPr>
        <p:spPr>
          <a:xfrm>
            <a:off x="7443216" y="1874520"/>
            <a:ext cx="27614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A2523"/>
                </a:solidFill>
                <a:latin typeface="Aptos Display"/>
              </a:rPr>
              <a:t>Still to fill 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204F78-A1B7-1B36-0945-0A03BC1B0E44}"/>
              </a:ext>
            </a:extLst>
          </p:cNvPr>
          <p:cNvSpPr txBox="1"/>
          <p:nvPr/>
        </p:nvSpPr>
        <p:spPr>
          <a:xfrm>
            <a:off x="7443216" y="2194560"/>
            <a:ext cx="276148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team names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screenshots / images</a:t>
            </a:r>
          </a:p>
          <a:p>
            <a:pPr algn="l"/>
            <a:r>
              <a:rPr sz="1200" b="0">
                <a:solidFill>
                  <a:srgbClr val="625954"/>
                </a:solidFill>
                <a:latin typeface="Aptos"/>
              </a:rPr>
              <a:t>• final repo link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7CA6E4F5-5019-1377-FCA3-549E2E32BBD0}"/>
              </a:ext>
            </a:extLst>
          </p:cNvPr>
          <p:cNvSpPr/>
          <p:nvPr/>
        </p:nvSpPr>
        <p:spPr>
          <a:xfrm>
            <a:off x="7315200" y="3291840"/>
            <a:ext cx="3017520" cy="1371600"/>
          </a:xfrm>
          <a:prstGeom prst="roundRect">
            <a:avLst/>
          </a:prstGeom>
          <a:solidFill>
            <a:srgbClr val="F9F5EF"/>
          </a:solidFill>
          <a:ln w="13970">
            <a:solidFill>
              <a:srgbClr val="BA6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+</a:t>
            </a:r>
          </a:p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Add QR code or repo link image</a:t>
            </a: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3DCDFA8D-2DF7-0D6B-CA63-D40A69EEED6A}"/>
              </a:ext>
            </a:extLst>
          </p:cNvPr>
          <p:cNvSpPr/>
          <p:nvPr/>
        </p:nvSpPr>
        <p:spPr>
          <a:xfrm>
            <a:off x="7315200" y="4892040"/>
            <a:ext cx="3017520" cy="822960"/>
          </a:xfrm>
          <a:prstGeom prst="roundRect">
            <a:avLst/>
          </a:prstGeom>
          <a:solidFill>
            <a:srgbClr val="21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D6AB79-8B69-3505-5FAF-F83CA309FECC}"/>
              </a:ext>
            </a:extLst>
          </p:cNvPr>
          <p:cNvSpPr txBox="1"/>
          <p:nvPr/>
        </p:nvSpPr>
        <p:spPr>
          <a:xfrm>
            <a:off x="7498079" y="5093208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FCF8"/>
                </a:solidFill>
                <a:latin typeface="Aptos Display"/>
              </a:rPr>
              <a:t>Questions?</a:t>
            </a:r>
          </a:p>
        </p:txBody>
      </p:sp>
      <p:sp>
        <p:nvSpPr>
          <p:cNvPr id="29" name="Rounded Rectangle 13">
            <a:extLst>
              <a:ext uri="{FF2B5EF4-FFF2-40B4-BE49-F238E27FC236}">
                <a16:creationId xmlns:a16="http://schemas.microsoft.com/office/drawing/2014/main" id="{52C358BB-DA62-0E0E-55DC-6D411A3C644F}"/>
              </a:ext>
            </a:extLst>
          </p:cNvPr>
          <p:cNvSpPr/>
          <p:nvPr/>
        </p:nvSpPr>
        <p:spPr>
          <a:xfrm>
            <a:off x="10469880" y="1783080"/>
            <a:ext cx="685800" cy="3931920"/>
          </a:xfrm>
          <a:prstGeom prst="roundRect">
            <a:avLst/>
          </a:prstGeom>
          <a:solidFill>
            <a:srgbClr val="F9F5EF"/>
          </a:solidFill>
          <a:ln w="13970">
            <a:solidFill>
              <a:srgbClr val="BA6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+</a:t>
            </a:r>
          </a:p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Add</a:t>
            </a:r>
          </a:p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small</a:t>
            </a:r>
          </a:p>
          <a:p>
            <a:pPr algn="ctr"/>
            <a:r>
              <a:rPr sz="2800" b="1">
                <a:solidFill>
                  <a:srgbClr val="BA6F49"/>
                </a:solidFill>
                <a:latin typeface="Aptos"/>
              </a:rPr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697253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1544</Words>
  <Application>Microsoft Macintosh PowerPoint</Application>
  <PresentationFormat>Widescreen</PresentationFormat>
  <Paragraphs>313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Book Antiqua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Luu, Justin</cp:lastModifiedBy>
  <cp:revision>2</cp:revision>
  <dcterms:created xsi:type="dcterms:W3CDTF">2013-01-27T09:14:16Z</dcterms:created>
  <dcterms:modified xsi:type="dcterms:W3CDTF">2026-04-13T19:23:09Z</dcterms:modified>
  <cp:category/>
</cp:coreProperties>
</file>